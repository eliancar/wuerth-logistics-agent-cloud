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9144000" cy="5143500" type="screen16x9"/>
  <p:notesSz cx="6858000" cy="9144000"/>
  <p:embeddedFontLst>
    <p:embeddedFont>
      <p:font typeface="Wuerth Bold" panose="020B0604020202020204" charset="0"/>
      <p:regular r:id="rId5"/>
    </p:embeddedFont>
    <p:embeddedFont>
      <p:font typeface="Wuerth Book" panose="020B0604020202020204" charset="0"/>
      <p:regular r:id="rId6"/>
    </p:embeddedFont>
    <p:embeddedFont>
      <p:font typeface="Wuerth Extra Bold Cond Caps" panose="020B0604020202020204" charset="0"/>
      <p:bold r:id="rId7"/>
    </p:embeddedFont>
  </p:embeddedFontLst>
  <p:custDataLst>
    <p:tags r:id="rId8"/>
  </p:custDataLst>
  <p:defaultTextStyle>
    <a:defPPr>
      <a:defRPr lang="de-DE"/>
    </a:defPPr>
    <a:lvl1pPr marL="0" indent="0" algn="l" defTabSz="685783" rtl="0" eaLnBrk="1" latinLnBrk="0" hangingPunct="1">
      <a:lnSpc>
        <a:spcPct val="100000"/>
      </a:lnSpc>
      <a:spcBef>
        <a:spcPts val="0"/>
      </a:spcBef>
      <a:spcAft>
        <a:spcPts val="600"/>
      </a:spcAft>
      <a:buClrTx/>
      <a:buFontTx/>
      <a:buNone/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252000" indent="-252000" algn="l" defTabSz="685783" rtl="0" eaLnBrk="1" latinLnBrk="0" hangingPunct="1">
      <a:lnSpc>
        <a:spcPct val="100000"/>
      </a:lnSpc>
      <a:spcBef>
        <a:spcPts val="0"/>
      </a:spcBef>
      <a:spcAft>
        <a:spcPts val="600"/>
      </a:spcAft>
      <a:buClr>
        <a:srgbClr val="CC0000"/>
      </a:buClr>
      <a:buFont typeface="Wuerth Book" panose="020B0502020204020303" pitchFamily="34" charset="0"/>
      <a:buChar char="•"/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504000" indent="-252000" algn="l" defTabSz="685783" rtl="0" eaLnBrk="1" latinLnBrk="0" hangingPunct="1">
      <a:lnSpc>
        <a:spcPct val="100000"/>
      </a:lnSpc>
      <a:spcBef>
        <a:spcPts val="0"/>
      </a:spcBef>
      <a:spcAft>
        <a:spcPts val="600"/>
      </a:spcAft>
      <a:buFont typeface="Wuerth Book" panose="020B0502020204020303" pitchFamily="34" charset="0"/>
      <a:buChar char="•"/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756000" indent="-252000" algn="l" defTabSz="685783" rtl="0" eaLnBrk="1" latinLnBrk="0" hangingPunct="1">
      <a:lnSpc>
        <a:spcPct val="100000"/>
      </a:lnSpc>
      <a:spcBef>
        <a:spcPts val="0"/>
      </a:spcBef>
      <a:spcAft>
        <a:spcPts val="600"/>
      </a:spcAft>
      <a:buClr>
        <a:srgbClr val="8B8B8D"/>
      </a:buClr>
      <a:buFont typeface="Wuerth Book" panose="020B0502020204020303" pitchFamily="34" charset="0"/>
      <a:buChar char="•"/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008000" indent="-252000" algn="l" defTabSz="685783" rtl="0" eaLnBrk="1" latinLnBrk="0" hangingPunct="1">
      <a:lnSpc>
        <a:spcPct val="100000"/>
      </a:lnSpc>
      <a:spcBef>
        <a:spcPts val="0"/>
      </a:spcBef>
      <a:spcAft>
        <a:spcPts val="600"/>
      </a:spcAft>
      <a:buSzPct val="90000"/>
      <a:buFont typeface="Wuerth Book" panose="020B0502020204020303" pitchFamily="34" charset="0"/>
      <a:buChar char="‒"/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1008000" indent="-252000" algn="l" defTabSz="685783" rtl="0" eaLnBrk="1" latinLnBrk="0" hangingPunct="1">
      <a:lnSpc>
        <a:spcPct val="100000"/>
      </a:lnSpc>
      <a:spcBef>
        <a:spcPts val="0"/>
      </a:spcBef>
      <a:spcAft>
        <a:spcPts val="600"/>
      </a:spcAft>
      <a:buSzPct val="90000"/>
      <a:buFont typeface="Wuerth Book" panose="020B0502020204020303" pitchFamily="34" charset="0"/>
      <a:buChar char="‒"/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1008000" indent="-252000" algn="l" defTabSz="685783" rtl="0" eaLnBrk="1" latinLnBrk="0" hangingPunct="1">
      <a:lnSpc>
        <a:spcPct val="100000"/>
      </a:lnSpc>
      <a:spcBef>
        <a:spcPts val="0"/>
      </a:spcBef>
      <a:spcAft>
        <a:spcPts val="600"/>
      </a:spcAft>
      <a:buSzPct val="90000"/>
      <a:buFont typeface="Wuerth Book" panose="020B0502020204020303" pitchFamily="34" charset="0"/>
      <a:buChar char="‒"/>
      <a:defRPr lang="de-DE" sz="1900" kern="1200" dirty="0">
        <a:solidFill>
          <a:schemeClr val="tx1"/>
        </a:solidFill>
        <a:latin typeface="+mn-lt"/>
        <a:ea typeface="+mn-ea"/>
        <a:cs typeface="+mn-cs"/>
      </a:defRPr>
    </a:lvl7pPr>
    <a:lvl8pPr marL="1008000" indent="-252000" algn="l" defTabSz="685783" rtl="0" eaLnBrk="1" latinLnBrk="0" hangingPunct="1">
      <a:lnSpc>
        <a:spcPct val="100000"/>
      </a:lnSpc>
      <a:spcBef>
        <a:spcPts val="0"/>
      </a:spcBef>
      <a:spcAft>
        <a:spcPts val="600"/>
      </a:spcAft>
      <a:buSzPct val="90000"/>
      <a:buFont typeface="Wuerth Book" panose="020B0502020204020303" pitchFamily="34" charset="0"/>
      <a:buChar char="‒"/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1008000" indent="-252000" algn="l" defTabSz="685783" rtl="0" eaLnBrk="1" latinLnBrk="0" hangingPunct="1">
      <a:lnSpc>
        <a:spcPct val="100000"/>
      </a:lnSpc>
      <a:spcBef>
        <a:spcPts val="0"/>
      </a:spcBef>
      <a:spcAft>
        <a:spcPts val="600"/>
      </a:spcAft>
      <a:buSzPct val="90000"/>
      <a:buFont typeface="Wuerth Book" panose="020B0502020204020303" pitchFamily="34" charset="0"/>
      <a:buChar char="‒"/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041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96ED874-8F4B-A907-1ADD-7F035144144C}" name="Helen Bannert" initials="HB" userId="S::helen.bannert@strategy-compass.com::b4e2e11e-770f-44c7-975f-9d77a4fcfa0f" providerId="AD"/>
  <p188:author id="{23D4B18C-F9BC-73C2-326A-9A1BF7103CFC}" name="Beate Rocholz" initials="BR" userId="74a48016e7e42bd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9577" autoAdjust="0"/>
    <p:restoredTop sz="77848" autoAdjust="0"/>
  </p:normalViewPr>
  <p:slideViewPr>
    <p:cSldViewPr snapToGrid="0" showGuides="1">
      <p:cViewPr varScale="1">
        <p:scale>
          <a:sx n="194" d="100"/>
          <a:sy n="194" d="100"/>
        </p:scale>
        <p:origin x="204" y="360"/>
      </p:cViewPr>
      <p:guideLst>
        <p:guide pos="2041"/>
        <p:guide orient="horz" pos="1620"/>
      </p:guideLst>
    </p:cSldViewPr>
  </p:slideViewPr>
  <p:outlineViewPr>
    <p:cViewPr>
      <p:scale>
        <a:sx n="33" d="100"/>
        <a:sy n="33" d="100"/>
      </p:scale>
      <p:origin x="0" y="-22773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16" d="100"/>
          <a:sy n="116" d="100"/>
        </p:scale>
        <p:origin x="3664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B284741-261E-CDE1-F506-C04633E2687B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34AF24-E6FF-2EF9-BE98-74B5AD3653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gray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667BD7-7836-4542-96EC-FA1F2778C457}" type="datetimeFigureOut">
              <a:rPr lang="de-DE" smtClean="0"/>
              <a:t>22.06.2026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9ECFB1-3DD1-4BD2-C90B-75DF2365BA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gray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712D91-4357-61DA-3104-7F594A3F70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gray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ADAB9-D870-4774-A52C-3BD43816E8F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38341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gray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21216-8C03-4DD3-BCF1-B03CA63F3592}" type="datetimeFigureOut">
              <a:rPr lang="de-DE" smtClean="0"/>
              <a:t>22.06.2026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</a:pPr>
            <a:r>
              <a:rPr lang="de-DE" dirty="0"/>
              <a:t>Mastertextformat bearbeiten</a:t>
            </a:r>
          </a:p>
          <a:p>
            <a:pPr marL="252000" lvl="1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Wuerth Book" panose="020B0502020204020303" pitchFamily="34" charset="0"/>
              <a:buChar char="•"/>
            </a:pPr>
            <a:r>
              <a:rPr lang="de-DE" dirty="0"/>
              <a:t>Zweite Ebene</a:t>
            </a:r>
          </a:p>
          <a:p>
            <a:pPr marL="504000" lvl="2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uerth Book" panose="020B0502020204020303" pitchFamily="34" charset="0"/>
              <a:buChar char="•"/>
            </a:pPr>
            <a:r>
              <a:rPr lang="de-DE" dirty="0"/>
              <a:t>Dritte Ebene</a:t>
            </a:r>
          </a:p>
          <a:p>
            <a:pPr marL="756000" lvl="3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B8B8D"/>
              </a:buClr>
              <a:buFont typeface="Wuerth Book" panose="020B0502020204020303" pitchFamily="34" charset="0"/>
              <a:buChar char="•"/>
            </a:pPr>
            <a:r>
              <a:rPr lang="de-DE" dirty="0"/>
              <a:t>Vierte Ebene</a:t>
            </a:r>
          </a:p>
          <a:p>
            <a:pPr marL="1008000" lvl="4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Wuerth Book" panose="020B0502020204020303" pitchFamily="34" charset="0"/>
              <a:buChar char="‒"/>
            </a:pPr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gray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gray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C5C85-C3C4-4F90-93DF-50681649E75E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070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lang="de-DE" sz="1900" kern="1200" dirty="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lang="de-DE" sz="1900" kern="1200" dirty="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lang="de-DE" sz="1900" kern="1200" dirty="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lang="de-DE" sz="1900" kern="1200" dirty="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lang="de-DE" sz="1900" kern="1200" dirty="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t_0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AEE72942-81F5-3F86-AC0E-350546FB8B6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53502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6" imgH="340" progId="TCLayout.ActiveDocument.1">
                  <p:embed/>
                </p:oleObj>
              </mc:Choice>
              <mc:Fallback>
                <p:oleObj name="think-cell Slide" r:id="rId3" imgW="346" imgH="34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E72942-81F5-3F86-AC0E-350546FB8B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g_red">
            <a:extLst>
              <a:ext uri="{FF2B5EF4-FFF2-40B4-BE49-F238E27FC236}">
                <a16:creationId xmlns:a16="http://schemas.microsoft.com/office/drawing/2014/main" id="{D05A5A43-4123-1C03-5F5B-912DCD54F08F}"/>
              </a:ext>
            </a:extLst>
          </p:cNvPr>
          <p:cNvSpPr/>
          <p:nvPr/>
        </p:nvSpPr>
        <p:spPr bwMode="gray">
          <a:xfrm>
            <a:off x="1" y="0"/>
            <a:ext cx="9144000" cy="51435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oter_date">
            <a:extLst>
              <a:ext uri="{FF2B5EF4-FFF2-40B4-BE49-F238E27FC236}">
                <a16:creationId xmlns:a16="http://schemas.microsoft.com/office/drawing/2014/main" id="{60FA290F-70BD-69E1-FC16-482DFCA768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634864" y="4283522"/>
            <a:ext cx="1146212" cy="311327"/>
          </a:xfrm>
        </p:spPr>
        <p:txBody>
          <a:bodyPr vert="horz" lIns="0" tIns="0" rIns="0" bIns="0" rtlCol="0" anchor="t">
            <a:noAutofit/>
          </a:bodyPr>
          <a:lstStyle>
            <a:lvl1pPr>
              <a:defRPr lang="de-DE" sz="1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  <p:sp>
        <p:nvSpPr>
          <p:cNvPr id="14" name="footer_author">
            <a:extLst>
              <a:ext uri="{FF2B5EF4-FFF2-40B4-BE49-F238E27FC236}">
                <a16:creationId xmlns:a16="http://schemas.microsoft.com/office/drawing/2014/main" id="{D04C3FA1-306F-D949-4B06-75F240049E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65127" y="4283522"/>
            <a:ext cx="1207832" cy="311327"/>
          </a:xfrm>
        </p:spPr>
        <p:txBody>
          <a:bodyPr lIns="0" anchor="t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Autor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C16939D-D1CD-ADD5-A474-6A140643957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65126" y="3625013"/>
            <a:ext cx="6786062" cy="629013"/>
          </a:xfrm>
        </p:spPr>
        <p:txBody>
          <a:bodyPr lIns="0" rIns="252000"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Wuerth Bold" panose="020B080202020402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C0783DB-C9E2-637D-90E1-483141D0C3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65124" y="1492678"/>
            <a:ext cx="8413749" cy="2132336"/>
          </a:xfrm>
          <a:noFill/>
        </p:spPr>
        <p:txBody>
          <a:bodyPr vert="horz" lIns="0" tIns="0" rIns="0" bIns="0" anchor="t"/>
          <a:lstStyle>
            <a:lvl1pPr algn="l">
              <a:lnSpc>
                <a:spcPct val="80000"/>
              </a:lnSpc>
              <a:defRPr sz="5700">
                <a:solidFill>
                  <a:schemeClr val="bg1"/>
                </a:solidFill>
                <a:latin typeface="Wuerth Extra Bold Cond Caps" pitchFamily="2" charset="0"/>
              </a:defRPr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7" name="brand_logo" descr="Ein Bild, das Logo enthält.&#10;&#10;Automatisch generierte Beschreibung">
            <a:extLst>
              <a:ext uri="{FF2B5EF4-FFF2-40B4-BE49-F238E27FC236}">
                <a16:creationId xmlns:a16="http://schemas.microsoft.com/office/drawing/2014/main" id="{B8B6A5F9-03AE-A705-0F9D-FC577BDDF3D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 b="798"/>
          <a:stretch/>
        </p:blipFill>
        <p:spPr bwMode="gray">
          <a:xfrm>
            <a:off x="365124" y="338138"/>
            <a:ext cx="2664000" cy="96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7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t_0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CEE973D-4AE1-07A5-20C5-AB76755558B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6174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6" imgH="340" progId="TCLayout.ActiveDocument.1">
                  <p:embed/>
                </p:oleObj>
              </mc:Choice>
              <mc:Fallback>
                <p:oleObj name="think-cell Slide" r:id="rId3" imgW="346" imgH="34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EE973D-4AE1-07A5-20C5-AB76755558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_date">
            <a:extLst>
              <a:ext uri="{FF2B5EF4-FFF2-40B4-BE49-F238E27FC236}">
                <a16:creationId xmlns:a16="http://schemas.microsoft.com/office/drawing/2014/main" id="{4091CEBF-0315-0376-AECC-72B5220000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indent="-468000"/>
            <a:fld id="{84284A58-3EB3-4F57-9112-3DEC02019146}" type="datetime1">
              <a:rPr lang="de-DE" smtClean="0"/>
              <a:t>22.06.2026</a:t>
            </a:fld>
            <a:endParaRPr lang="de-DE" dirty="0"/>
          </a:p>
        </p:txBody>
      </p:sp>
      <p:sp>
        <p:nvSpPr>
          <p:cNvPr id="6" name="footer_source">
            <a:extLst>
              <a:ext uri="{FF2B5EF4-FFF2-40B4-BE49-F238E27FC236}">
                <a16:creationId xmlns:a16="http://schemas.microsoft.com/office/drawing/2014/main" id="{444FF8FF-43AA-977F-26BD-15CCF4FAB84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indent="-468000"/>
            <a:r>
              <a:rPr lang="de-DE" dirty="0"/>
              <a:t>Würth Line Folienmaster</a:t>
            </a:r>
          </a:p>
        </p:txBody>
      </p:sp>
      <p:sp>
        <p:nvSpPr>
          <p:cNvPr id="8" name="footer_slide_number">
            <a:extLst>
              <a:ext uri="{FF2B5EF4-FFF2-40B4-BE49-F238E27FC236}">
                <a16:creationId xmlns:a16="http://schemas.microsoft.com/office/drawing/2014/main" id="{6D9836F3-62A2-3351-A51F-69685265036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CBD43C5-A65B-4791-8A9A-EB6408C246D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7" name="body">
            <a:extLst>
              <a:ext uri="{FF2B5EF4-FFF2-40B4-BE49-F238E27FC236}">
                <a16:creationId xmlns:a16="http://schemas.microsoft.com/office/drawing/2014/main" id="{7D331E16-2D08-849C-B297-29B2C68773C5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358775" y="1230108"/>
            <a:ext cx="8426449" cy="3492000"/>
          </a:xfrm>
        </p:spPr>
        <p:txBody>
          <a:bodyPr/>
          <a:lstStyle>
            <a:lvl1pPr marL="0">
              <a:defRPr/>
            </a:lvl1pPr>
            <a:lvl5pPr marL="1008000" indent="-252000">
              <a:buSzPct val="100000"/>
              <a:buFont typeface="Wuerth Book" panose="020B0502020204020303" pitchFamily="34" charset="0"/>
              <a:buChar char="‒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section_label">
            <a:extLst>
              <a:ext uri="{FF2B5EF4-FFF2-40B4-BE49-F238E27FC236}">
                <a16:creationId xmlns:a16="http://schemas.microsoft.com/office/drawing/2014/main" id="{E4BB559A-959F-E065-EED1-B99203950C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58774" y="629521"/>
            <a:ext cx="7100426" cy="29084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CC0000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875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B6DFC255-7930-5C81-0D87-2A24C89824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 rIns="0"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893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t_03_three_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hink-cell data - do not delete" hidden="1">
            <a:extLst>
              <a:ext uri="{FF2B5EF4-FFF2-40B4-BE49-F238E27FC236}">
                <a16:creationId xmlns:a16="http://schemas.microsoft.com/office/drawing/2014/main" id="{3487F79F-1B6E-C1C1-6462-91A12FD2897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24324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6" imgH="340" progId="TCLayout.ActiveDocument.1">
                  <p:embed/>
                </p:oleObj>
              </mc:Choice>
              <mc:Fallback>
                <p:oleObj name="think-cell Slide" r:id="rId3" imgW="346" imgH="340" progId="TCLayout.ActiveDocument.1">
                  <p:embed/>
                  <p:pic>
                    <p:nvPicPr>
                      <p:cNvPr id="4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87F79F-1B6E-C1C1-6462-91A12FD289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_date">
            <a:extLst>
              <a:ext uri="{FF2B5EF4-FFF2-40B4-BE49-F238E27FC236}">
                <a16:creationId xmlns:a16="http://schemas.microsoft.com/office/drawing/2014/main" id="{207DB444-F5E1-C978-374D-AC897C8F71DD}"/>
              </a:ext>
            </a:extLst>
          </p:cNvPr>
          <p:cNvSpPr>
            <a:spLocks noGrp="1"/>
          </p:cNvSpPr>
          <p:nvPr>
            <p:ph type="dt" sz="half" idx="48"/>
          </p:nvPr>
        </p:nvSpPr>
        <p:spPr/>
        <p:txBody>
          <a:bodyPr/>
          <a:lstStyle/>
          <a:p>
            <a:pPr indent="-468000"/>
            <a:fld id="{84284A58-3EB3-4F57-9112-3DEC02019146}" type="datetime1">
              <a:rPr lang="de-DE" smtClean="0"/>
              <a:t>22.06.2026</a:t>
            </a:fld>
            <a:endParaRPr lang="de-DE" dirty="0"/>
          </a:p>
        </p:txBody>
      </p:sp>
      <p:sp>
        <p:nvSpPr>
          <p:cNvPr id="6" name="footer_source">
            <a:extLst>
              <a:ext uri="{FF2B5EF4-FFF2-40B4-BE49-F238E27FC236}">
                <a16:creationId xmlns:a16="http://schemas.microsoft.com/office/drawing/2014/main" id="{2A990709-5D8D-EA81-4798-B6BF38043537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pPr indent="-468000"/>
            <a:r>
              <a:rPr lang="de-DE" dirty="0"/>
              <a:t>Würth Line Folienmaster</a:t>
            </a:r>
          </a:p>
        </p:txBody>
      </p:sp>
      <p:sp>
        <p:nvSpPr>
          <p:cNvPr id="7" name="footer_slide_number">
            <a:extLst>
              <a:ext uri="{FF2B5EF4-FFF2-40B4-BE49-F238E27FC236}">
                <a16:creationId xmlns:a16="http://schemas.microsoft.com/office/drawing/2014/main" id="{FC516280-B4E8-8716-E5BF-5BD12DC9E791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358775" y="4935051"/>
            <a:ext cx="204257" cy="107722"/>
          </a:xfrm>
        </p:spPr>
        <p:txBody>
          <a:bodyPr/>
          <a:lstStyle/>
          <a:p>
            <a:fld id="{3CBD43C5-A65B-4791-8A9A-EB6408C246D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0" name="card_3_body">
            <a:extLst>
              <a:ext uri="{FF2B5EF4-FFF2-40B4-BE49-F238E27FC236}">
                <a16:creationId xmlns:a16="http://schemas.microsoft.com/office/drawing/2014/main" id="{F0CFAF70-5409-037E-319C-C170E7F30D4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144408" y="3433541"/>
            <a:ext cx="2640817" cy="128879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de-DE" dirty="0"/>
              <a:t>Erläuterung hinzufügen</a:t>
            </a:r>
          </a:p>
        </p:txBody>
      </p:sp>
      <p:sp>
        <p:nvSpPr>
          <p:cNvPr id="33" name="card_3_title">
            <a:extLst>
              <a:ext uri="{FF2B5EF4-FFF2-40B4-BE49-F238E27FC236}">
                <a16:creationId xmlns:a16="http://schemas.microsoft.com/office/drawing/2014/main" id="{C5EA15A9-0090-05A0-788C-04B1815C349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144408" y="2957944"/>
            <a:ext cx="2640817" cy="416428"/>
          </a:xfrm>
        </p:spPr>
        <p:txBody>
          <a:bodyPr anchor="b"/>
          <a:lstStyle>
            <a:lvl1pPr>
              <a:defRPr sz="1600">
                <a:latin typeface="Wuerth Bold" panose="020B0802020204020204" pitchFamily="34" charset="0"/>
              </a:defRPr>
            </a:lvl1pPr>
          </a:lstStyle>
          <a:p>
            <a:pPr lvl="0"/>
            <a:r>
              <a:rPr lang="de-DE" dirty="0"/>
              <a:t>Schlagwort hinzufügen</a:t>
            </a:r>
          </a:p>
        </p:txBody>
      </p:sp>
      <p:sp>
        <p:nvSpPr>
          <p:cNvPr id="38" name="card_3_visual">
            <a:extLst>
              <a:ext uri="{FF2B5EF4-FFF2-40B4-BE49-F238E27FC236}">
                <a16:creationId xmlns:a16="http://schemas.microsoft.com/office/drawing/2014/main" id="{F6B82FF1-FE0B-D23C-1DF2-6AC2C3D7AA1C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 bwMode="gray">
          <a:xfrm>
            <a:off x="6144408" y="1225550"/>
            <a:ext cx="2640817" cy="16732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de-DE" dirty="0"/>
              <a:t>Inhalte einfügen</a:t>
            </a:r>
          </a:p>
        </p:txBody>
      </p:sp>
      <p:sp>
        <p:nvSpPr>
          <p:cNvPr id="29" name="card_2_body">
            <a:extLst>
              <a:ext uri="{FF2B5EF4-FFF2-40B4-BE49-F238E27FC236}">
                <a16:creationId xmlns:a16="http://schemas.microsoft.com/office/drawing/2014/main" id="{BEB68C42-895D-6CC2-CD5F-228A6820304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3254029" y="3433540"/>
            <a:ext cx="2638379" cy="128880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de-DE" dirty="0"/>
              <a:t>Erläuterung hinzufügen</a:t>
            </a:r>
          </a:p>
        </p:txBody>
      </p:sp>
      <p:sp>
        <p:nvSpPr>
          <p:cNvPr id="32" name="card_2_title">
            <a:extLst>
              <a:ext uri="{FF2B5EF4-FFF2-40B4-BE49-F238E27FC236}">
                <a16:creationId xmlns:a16="http://schemas.microsoft.com/office/drawing/2014/main" id="{0501E93D-1E0F-17EE-21AB-8E920F7E081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3254375" y="2957944"/>
            <a:ext cx="2638033" cy="416428"/>
          </a:xfrm>
        </p:spPr>
        <p:txBody>
          <a:bodyPr anchor="b"/>
          <a:lstStyle>
            <a:lvl1pPr>
              <a:defRPr sz="1600">
                <a:latin typeface="Wuerth Bold" panose="020B0802020204020204" pitchFamily="34" charset="0"/>
              </a:defRPr>
            </a:lvl1pPr>
          </a:lstStyle>
          <a:p>
            <a:pPr lvl="0"/>
            <a:r>
              <a:rPr lang="de-DE" dirty="0"/>
              <a:t>Schlagwort hinzufügen</a:t>
            </a:r>
          </a:p>
        </p:txBody>
      </p:sp>
      <p:sp>
        <p:nvSpPr>
          <p:cNvPr id="37" name="card_2_visual">
            <a:extLst>
              <a:ext uri="{FF2B5EF4-FFF2-40B4-BE49-F238E27FC236}">
                <a16:creationId xmlns:a16="http://schemas.microsoft.com/office/drawing/2014/main" id="{C6714A35-450D-3CC7-9770-95F8FD453C7E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 bwMode="gray">
          <a:xfrm>
            <a:off x="3251591" y="1225550"/>
            <a:ext cx="2640817" cy="16732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de-DE" dirty="0"/>
              <a:t>Inhalte einfügen</a:t>
            </a:r>
          </a:p>
        </p:txBody>
      </p:sp>
      <p:sp>
        <p:nvSpPr>
          <p:cNvPr id="28" name="card_1_body">
            <a:extLst>
              <a:ext uri="{FF2B5EF4-FFF2-40B4-BE49-F238E27FC236}">
                <a16:creationId xmlns:a16="http://schemas.microsoft.com/office/drawing/2014/main" id="{4B613E84-B068-9DF6-F799-6DFB2929EB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358775" y="3433541"/>
            <a:ext cx="2640817" cy="1288799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de-DE" dirty="0"/>
              <a:t>Erläuterung hinzufügen</a:t>
            </a:r>
          </a:p>
        </p:txBody>
      </p:sp>
      <p:sp>
        <p:nvSpPr>
          <p:cNvPr id="31" name="card_1_title">
            <a:extLst>
              <a:ext uri="{FF2B5EF4-FFF2-40B4-BE49-F238E27FC236}">
                <a16:creationId xmlns:a16="http://schemas.microsoft.com/office/drawing/2014/main" id="{B59D2F48-A048-2651-2B34-480342A8319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358775" y="2957944"/>
            <a:ext cx="2640817" cy="416428"/>
          </a:xfrm>
        </p:spPr>
        <p:txBody>
          <a:bodyPr anchor="b"/>
          <a:lstStyle>
            <a:lvl1pPr>
              <a:defRPr sz="1600">
                <a:latin typeface="Wuerth Bold" panose="020B0802020204020204" pitchFamily="34" charset="0"/>
              </a:defRPr>
            </a:lvl1pPr>
          </a:lstStyle>
          <a:p>
            <a:pPr lvl="0"/>
            <a:r>
              <a:rPr lang="de-DE" dirty="0"/>
              <a:t>Schlagwort hinzufügen</a:t>
            </a:r>
          </a:p>
        </p:txBody>
      </p:sp>
      <p:sp>
        <p:nvSpPr>
          <p:cNvPr id="36" name="card_1_visual">
            <a:extLst>
              <a:ext uri="{FF2B5EF4-FFF2-40B4-BE49-F238E27FC236}">
                <a16:creationId xmlns:a16="http://schemas.microsoft.com/office/drawing/2014/main" id="{FD355AEE-5910-C280-64D1-91D63D01DAAD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 bwMode="gray">
          <a:xfrm>
            <a:off x="358775" y="1225550"/>
            <a:ext cx="2640817" cy="16732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de-DE" dirty="0"/>
              <a:t>Inhalte einfügen</a:t>
            </a:r>
          </a:p>
        </p:txBody>
      </p:sp>
      <p:sp>
        <p:nvSpPr>
          <p:cNvPr id="10" name="section_label">
            <a:extLst>
              <a:ext uri="{FF2B5EF4-FFF2-40B4-BE49-F238E27FC236}">
                <a16:creationId xmlns:a16="http://schemas.microsoft.com/office/drawing/2014/main" id="{6AAC659D-5E8A-EDC2-087B-AAE931F686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58775" y="629521"/>
            <a:ext cx="7100425" cy="29084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CC0000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875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BBE023E1-3584-2BDA-6957-2E3CAA4DA2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 rIns="0"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10585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88" userDrawn="1">
          <p15:clr>
            <a:srgbClr val="FBAE40"/>
          </p15:clr>
        </p15:guide>
        <p15:guide id="2" pos="2047" userDrawn="1">
          <p15:clr>
            <a:srgbClr val="FBAE40"/>
          </p15:clr>
        </p15:guide>
        <p15:guide id="3" pos="3870" userDrawn="1">
          <p15:clr>
            <a:srgbClr val="FBAE40"/>
          </p15:clr>
        </p15:guide>
        <p15:guide id="4" pos="371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t_04_two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38D54A4-8893-6088-C0D0-34D26EBDA3E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1432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6" imgH="340" progId="TCLayout.ActiveDocument.1">
                  <p:embed/>
                </p:oleObj>
              </mc:Choice>
              <mc:Fallback>
                <p:oleObj name="think-cell Slide" r:id="rId3" imgW="346" imgH="34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8D54A4-8893-6088-C0D0-34D26EBDA3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_date">
            <a:extLst>
              <a:ext uri="{FF2B5EF4-FFF2-40B4-BE49-F238E27FC236}">
                <a16:creationId xmlns:a16="http://schemas.microsoft.com/office/drawing/2014/main" id="{DB796F3B-31DB-4E07-EEE3-3423AE2D9438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pPr indent="-468000"/>
            <a:fld id="{84284A58-3EB3-4F57-9112-3DEC02019146}" type="datetime1">
              <a:rPr lang="de-DE" smtClean="0"/>
              <a:t>22.06.2026</a:t>
            </a:fld>
            <a:endParaRPr lang="de-DE" dirty="0"/>
          </a:p>
        </p:txBody>
      </p:sp>
      <p:sp>
        <p:nvSpPr>
          <p:cNvPr id="8" name="footer_source">
            <a:extLst>
              <a:ext uri="{FF2B5EF4-FFF2-40B4-BE49-F238E27FC236}">
                <a16:creationId xmlns:a16="http://schemas.microsoft.com/office/drawing/2014/main" id="{028E38A9-4BE6-1EC4-10D8-972E3E9AC097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indent="-468000"/>
            <a:r>
              <a:rPr lang="de-DE" dirty="0"/>
              <a:t>Würth Line Folienmaster</a:t>
            </a:r>
          </a:p>
        </p:txBody>
      </p:sp>
      <p:sp>
        <p:nvSpPr>
          <p:cNvPr id="9" name="footer_slide_number">
            <a:extLst>
              <a:ext uri="{FF2B5EF4-FFF2-40B4-BE49-F238E27FC236}">
                <a16:creationId xmlns:a16="http://schemas.microsoft.com/office/drawing/2014/main" id="{EA2CA06C-F981-299C-7395-E30D91BD490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3CBD43C5-A65B-4791-8A9A-EB6408C246D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right_body">
            <a:extLst>
              <a:ext uri="{FF2B5EF4-FFF2-40B4-BE49-F238E27FC236}">
                <a16:creationId xmlns:a16="http://schemas.microsoft.com/office/drawing/2014/main" id="{481CC3E1-657C-885A-CA56-4EBA34B3D258}"/>
              </a:ext>
            </a:extLst>
          </p:cNvPr>
          <p:cNvSpPr>
            <a:spLocks noGrp="1"/>
          </p:cNvSpPr>
          <p:nvPr>
            <p:ph sz="quarter" idx="32"/>
          </p:nvPr>
        </p:nvSpPr>
        <p:spPr bwMode="gray">
          <a:xfrm>
            <a:off x="6048375" y="1230109"/>
            <a:ext cx="2736850" cy="349200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left_body">
            <a:extLst>
              <a:ext uri="{FF2B5EF4-FFF2-40B4-BE49-F238E27FC236}">
                <a16:creationId xmlns:a16="http://schemas.microsoft.com/office/drawing/2014/main" id="{4ECC0F70-05A5-0FFD-51C2-CEAB1060149A}"/>
              </a:ext>
            </a:extLst>
          </p:cNvPr>
          <p:cNvSpPr>
            <a:spLocks noGrp="1"/>
          </p:cNvSpPr>
          <p:nvPr>
            <p:ph sz="quarter" idx="34"/>
          </p:nvPr>
        </p:nvSpPr>
        <p:spPr bwMode="gray">
          <a:xfrm>
            <a:off x="358775" y="1230110"/>
            <a:ext cx="5545598" cy="3492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section_label">
            <a:extLst>
              <a:ext uri="{FF2B5EF4-FFF2-40B4-BE49-F238E27FC236}">
                <a16:creationId xmlns:a16="http://schemas.microsoft.com/office/drawing/2014/main" id="{E4BB559A-959F-E065-EED1-B99203950C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58776" y="629521"/>
            <a:ext cx="7100425" cy="29084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CC0000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875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D7DB9E0C-0A01-30F9-EB8B-F8B9525110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 rIns="0"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86560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0" userDrawn="1">
          <p15:clr>
            <a:srgbClr val="FBAE40"/>
          </p15:clr>
        </p15:guide>
        <p15:guide id="2" pos="380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t_05_full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CEE973D-4AE1-07A5-20C5-AB76755558B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6174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6" imgH="340" progId="TCLayout.ActiveDocument.1">
                  <p:embed/>
                </p:oleObj>
              </mc:Choice>
              <mc:Fallback>
                <p:oleObj name="think-cell Slide" r:id="rId3" imgW="346" imgH="34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EE973D-4AE1-07A5-20C5-AB76755558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_date">
            <a:extLst>
              <a:ext uri="{FF2B5EF4-FFF2-40B4-BE49-F238E27FC236}">
                <a16:creationId xmlns:a16="http://schemas.microsoft.com/office/drawing/2014/main" id="{4091CEBF-0315-0376-AECC-72B5220000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indent="-468000"/>
            <a:fld id="{84284A58-3EB3-4F57-9112-3DEC02019146}" type="datetime1">
              <a:rPr lang="de-DE" smtClean="0"/>
              <a:t>22.06.2026</a:t>
            </a:fld>
            <a:endParaRPr lang="de-DE" dirty="0"/>
          </a:p>
        </p:txBody>
      </p:sp>
      <p:sp>
        <p:nvSpPr>
          <p:cNvPr id="6" name="footer_source">
            <a:extLst>
              <a:ext uri="{FF2B5EF4-FFF2-40B4-BE49-F238E27FC236}">
                <a16:creationId xmlns:a16="http://schemas.microsoft.com/office/drawing/2014/main" id="{444FF8FF-43AA-977F-26BD-15CCF4FAB84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indent="-468000"/>
            <a:r>
              <a:rPr lang="de-DE" dirty="0"/>
              <a:t>Würth Line Folienmaster</a:t>
            </a:r>
          </a:p>
        </p:txBody>
      </p:sp>
      <p:sp>
        <p:nvSpPr>
          <p:cNvPr id="8" name="footer_slide_number">
            <a:extLst>
              <a:ext uri="{FF2B5EF4-FFF2-40B4-BE49-F238E27FC236}">
                <a16:creationId xmlns:a16="http://schemas.microsoft.com/office/drawing/2014/main" id="{6D9836F3-62A2-3351-A51F-69685265036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CBD43C5-A65B-4791-8A9A-EB6408C246D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7" name="content">
            <a:extLst>
              <a:ext uri="{FF2B5EF4-FFF2-40B4-BE49-F238E27FC236}">
                <a16:creationId xmlns:a16="http://schemas.microsoft.com/office/drawing/2014/main" id="{7D331E16-2D08-849C-B297-29B2C68773C5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358775" y="1230108"/>
            <a:ext cx="8426449" cy="3492000"/>
          </a:xfrm>
        </p:spPr>
        <p:txBody>
          <a:bodyPr/>
          <a:lstStyle>
            <a:lvl1pPr marL="0">
              <a:defRPr/>
            </a:lvl1pPr>
            <a:lvl5pPr marL="1008000" indent="-252000">
              <a:buSzPct val="100000"/>
              <a:buFont typeface="Wuerth Book" panose="020B0502020204020303" pitchFamily="34" charset="0"/>
              <a:buChar char="‒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section_label">
            <a:extLst>
              <a:ext uri="{FF2B5EF4-FFF2-40B4-BE49-F238E27FC236}">
                <a16:creationId xmlns:a16="http://schemas.microsoft.com/office/drawing/2014/main" id="{E4BB559A-959F-E065-EED1-B99203950C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58774" y="629521"/>
            <a:ext cx="7100426" cy="29084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CC0000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875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B6DFC255-7930-5C81-0D87-2A24C89824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 rIns="0"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74371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t_06_two_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949C4AFF-BBEE-CFA5-ABCE-1CF9D2386C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92373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6" imgH="340" progId="TCLayout.ActiveDocument.1">
                  <p:embed/>
                </p:oleObj>
              </mc:Choice>
              <mc:Fallback>
                <p:oleObj name="think-cell Slide" r:id="rId3" imgW="346" imgH="340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9C4AFF-BBEE-CFA5-ABCE-1CF9D2386C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_date">
            <a:extLst>
              <a:ext uri="{FF2B5EF4-FFF2-40B4-BE49-F238E27FC236}">
                <a16:creationId xmlns:a16="http://schemas.microsoft.com/office/drawing/2014/main" id="{0BDBD9B5-4CAD-5703-8D7C-2B73FD293BB6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pPr indent="-468000"/>
            <a:fld id="{84284A58-3EB3-4F57-9112-3DEC02019146}" type="datetime1">
              <a:rPr lang="de-DE" smtClean="0"/>
              <a:t>22.06.2026</a:t>
            </a:fld>
            <a:endParaRPr lang="de-DE" dirty="0"/>
          </a:p>
        </p:txBody>
      </p:sp>
      <p:sp>
        <p:nvSpPr>
          <p:cNvPr id="3" name="footer_source">
            <a:extLst>
              <a:ext uri="{FF2B5EF4-FFF2-40B4-BE49-F238E27FC236}">
                <a16:creationId xmlns:a16="http://schemas.microsoft.com/office/drawing/2014/main" id="{BBBDC7C5-F86B-B8CC-DA2D-196F395E62B4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pPr indent="-468000"/>
            <a:r>
              <a:rPr lang="de-DE" dirty="0"/>
              <a:t>Würth Line Folienmaster</a:t>
            </a:r>
          </a:p>
        </p:txBody>
      </p:sp>
      <p:sp>
        <p:nvSpPr>
          <p:cNvPr id="4" name="footer_slide_number">
            <a:extLst>
              <a:ext uri="{FF2B5EF4-FFF2-40B4-BE49-F238E27FC236}">
                <a16:creationId xmlns:a16="http://schemas.microsoft.com/office/drawing/2014/main" id="{789DD86D-1C38-BC91-5F7D-05E857D86C5F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3CBD43C5-A65B-4791-8A9A-EB6408C246D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card_2_content">
            <a:extLst>
              <a:ext uri="{FF2B5EF4-FFF2-40B4-BE49-F238E27FC236}">
                <a16:creationId xmlns:a16="http://schemas.microsoft.com/office/drawing/2014/main" id="{CB56D043-329D-D7A7-5B4E-2A9DEE147E64}"/>
              </a:ext>
            </a:extLst>
          </p:cNvPr>
          <p:cNvSpPr>
            <a:spLocks noGrp="1"/>
          </p:cNvSpPr>
          <p:nvPr>
            <p:ph sz="quarter" idx="36"/>
          </p:nvPr>
        </p:nvSpPr>
        <p:spPr bwMode="gray">
          <a:xfrm>
            <a:off x="4698000" y="1969770"/>
            <a:ext cx="4087225" cy="2750400"/>
          </a:xfrm>
        </p:spPr>
        <p:txBody>
          <a:bodyPr tIns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card_2_title">
            <a:extLst>
              <a:ext uri="{FF2B5EF4-FFF2-40B4-BE49-F238E27FC236}">
                <a16:creationId xmlns:a16="http://schemas.microsoft.com/office/drawing/2014/main" id="{EE60DF5C-5A64-E232-22CA-757A6DBB06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4698000" y="1230109"/>
            <a:ext cx="4087225" cy="657744"/>
          </a:xfrm>
        </p:spPr>
        <p:txBody>
          <a:bodyPr anchor="b" anchorCtr="0"/>
          <a:lstStyle>
            <a:lvl1pPr>
              <a:defRPr sz="1900">
                <a:latin typeface="Wuerth Bold" panose="020B0802020204020204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card_1_content">
            <a:extLst>
              <a:ext uri="{FF2B5EF4-FFF2-40B4-BE49-F238E27FC236}">
                <a16:creationId xmlns:a16="http://schemas.microsoft.com/office/drawing/2014/main" id="{7D331E16-2D08-849C-B297-29B2C68773C5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358775" y="1969770"/>
            <a:ext cx="4087225" cy="2750400"/>
          </a:xfrm>
        </p:spPr>
        <p:txBody>
          <a:bodyPr tIns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card_1_title">
            <a:extLst>
              <a:ext uri="{FF2B5EF4-FFF2-40B4-BE49-F238E27FC236}">
                <a16:creationId xmlns:a16="http://schemas.microsoft.com/office/drawing/2014/main" id="{CC3F866E-CB14-5126-3D67-CB00D59F0D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358775" y="1230109"/>
            <a:ext cx="4087225" cy="657744"/>
          </a:xfrm>
        </p:spPr>
        <p:txBody>
          <a:bodyPr anchor="b" anchorCtr="0"/>
          <a:lstStyle>
            <a:lvl1pPr>
              <a:defRPr sz="1900">
                <a:latin typeface="Wuerth Bold" panose="020B0802020204020204" pitchFamily="34" charset="0"/>
              </a:defRPr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section_label">
            <a:extLst>
              <a:ext uri="{FF2B5EF4-FFF2-40B4-BE49-F238E27FC236}">
                <a16:creationId xmlns:a16="http://schemas.microsoft.com/office/drawing/2014/main" id="{E4BB559A-959F-E065-EED1-B99203950C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58775" y="629521"/>
            <a:ext cx="7100425" cy="29084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CC0000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875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D260FF38-23F0-A4B9-63CE-14126812B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 rIns="0"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94974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2" userDrawn="1">
          <p15:clr>
            <a:srgbClr val="FBAE40"/>
          </p15:clr>
        </p15:guide>
        <p15:guide id="2" pos="29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t_07_caveats_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CEE973D-4AE1-07A5-20C5-AB76755558B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6174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6" imgH="340" progId="TCLayout.ActiveDocument.1">
                  <p:embed/>
                </p:oleObj>
              </mc:Choice>
              <mc:Fallback>
                <p:oleObj name="think-cell Slide" r:id="rId3" imgW="346" imgH="34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EE973D-4AE1-07A5-20C5-AB76755558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_date">
            <a:extLst>
              <a:ext uri="{FF2B5EF4-FFF2-40B4-BE49-F238E27FC236}">
                <a16:creationId xmlns:a16="http://schemas.microsoft.com/office/drawing/2014/main" id="{4091CEBF-0315-0376-AECC-72B5220000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indent="-468000"/>
            <a:fld id="{84284A58-3EB3-4F57-9112-3DEC02019146}" type="datetime1">
              <a:rPr lang="de-DE" smtClean="0"/>
              <a:t>22.06.2026</a:t>
            </a:fld>
            <a:endParaRPr lang="de-DE" dirty="0"/>
          </a:p>
        </p:txBody>
      </p:sp>
      <p:sp>
        <p:nvSpPr>
          <p:cNvPr id="6" name="footer_source">
            <a:extLst>
              <a:ext uri="{FF2B5EF4-FFF2-40B4-BE49-F238E27FC236}">
                <a16:creationId xmlns:a16="http://schemas.microsoft.com/office/drawing/2014/main" id="{444FF8FF-43AA-977F-26BD-15CCF4FAB84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indent="-468000"/>
            <a:r>
              <a:rPr lang="de-DE" dirty="0"/>
              <a:t>Würth Line Folienmaster</a:t>
            </a:r>
          </a:p>
        </p:txBody>
      </p:sp>
      <p:sp>
        <p:nvSpPr>
          <p:cNvPr id="8" name="footer_slide_number">
            <a:extLst>
              <a:ext uri="{FF2B5EF4-FFF2-40B4-BE49-F238E27FC236}">
                <a16:creationId xmlns:a16="http://schemas.microsoft.com/office/drawing/2014/main" id="{6D9836F3-62A2-3351-A51F-69685265036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CBD43C5-A65B-4791-8A9A-EB6408C246D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7" name="content">
            <a:extLst>
              <a:ext uri="{FF2B5EF4-FFF2-40B4-BE49-F238E27FC236}">
                <a16:creationId xmlns:a16="http://schemas.microsoft.com/office/drawing/2014/main" id="{7D331E16-2D08-849C-B297-29B2C68773C5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358775" y="1230108"/>
            <a:ext cx="8426449" cy="3492000"/>
          </a:xfrm>
        </p:spPr>
        <p:txBody>
          <a:bodyPr/>
          <a:lstStyle>
            <a:lvl1pPr marL="0">
              <a:defRPr/>
            </a:lvl1pPr>
            <a:lvl5pPr marL="1008000" indent="-252000">
              <a:buSzPct val="100000"/>
              <a:buFont typeface="Wuerth Book" panose="020B0502020204020303" pitchFamily="34" charset="0"/>
              <a:buChar char="‒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section_label">
            <a:extLst>
              <a:ext uri="{FF2B5EF4-FFF2-40B4-BE49-F238E27FC236}">
                <a16:creationId xmlns:a16="http://schemas.microsoft.com/office/drawing/2014/main" id="{E4BB559A-959F-E065-EED1-B99203950C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58774" y="629521"/>
            <a:ext cx="7100426" cy="29084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CC0000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875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B6DFC255-7930-5C81-0D87-2A24C89824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 rIns="0"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7896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t_08_appendix_meta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CEE973D-4AE1-07A5-20C5-AB76755558B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6174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6" imgH="340" progId="TCLayout.ActiveDocument.1">
                  <p:embed/>
                </p:oleObj>
              </mc:Choice>
              <mc:Fallback>
                <p:oleObj name="think-cell Slide" r:id="rId3" imgW="346" imgH="34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EE973D-4AE1-07A5-20C5-AB76755558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_date">
            <a:extLst>
              <a:ext uri="{FF2B5EF4-FFF2-40B4-BE49-F238E27FC236}">
                <a16:creationId xmlns:a16="http://schemas.microsoft.com/office/drawing/2014/main" id="{4091CEBF-0315-0376-AECC-72B5220000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indent="-468000"/>
            <a:fld id="{84284A58-3EB3-4F57-9112-3DEC02019146}" type="datetime1">
              <a:rPr lang="de-DE" smtClean="0"/>
              <a:t>22.06.2026</a:t>
            </a:fld>
            <a:endParaRPr lang="de-DE" dirty="0"/>
          </a:p>
        </p:txBody>
      </p:sp>
      <p:sp>
        <p:nvSpPr>
          <p:cNvPr id="6" name="footer_source">
            <a:extLst>
              <a:ext uri="{FF2B5EF4-FFF2-40B4-BE49-F238E27FC236}">
                <a16:creationId xmlns:a16="http://schemas.microsoft.com/office/drawing/2014/main" id="{444FF8FF-43AA-977F-26BD-15CCF4FAB84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indent="-468000"/>
            <a:r>
              <a:rPr lang="de-DE" dirty="0"/>
              <a:t>Würth Line Folienmaster</a:t>
            </a:r>
          </a:p>
        </p:txBody>
      </p:sp>
      <p:sp>
        <p:nvSpPr>
          <p:cNvPr id="8" name="footer_slide_number">
            <a:extLst>
              <a:ext uri="{FF2B5EF4-FFF2-40B4-BE49-F238E27FC236}">
                <a16:creationId xmlns:a16="http://schemas.microsoft.com/office/drawing/2014/main" id="{6D9836F3-62A2-3351-A51F-69685265036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CBD43C5-A65B-4791-8A9A-EB6408C246D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7" name="content">
            <a:extLst>
              <a:ext uri="{FF2B5EF4-FFF2-40B4-BE49-F238E27FC236}">
                <a16:creationId xmlns:a16="http://schemas.microsoft.com/office/drawing/2014/main" id="{7D331E16-2D08-849C-B297-29B2C68773C5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358775" y="1230108"/>
            <a:ext cx="8426449" cy="3492000"/>
          </a:xfrm>
        </p:spPr>
        <p:txBody>
          <a:bodyPr/>
          <a:lstStyle>
            <a:lvl1pPr marL="0">
              <a:defRPr/>
            </a:lvl1pPr>
            <a:lvl5pPr marL="1008000" indent="-252000">
              <a:buSzPct val="100000"/>
              <a:buFont typeface="Wuerth Book" panose="020B0502020204020303" pitchFamily="34" charset="0"/>
              <a:buChar char="‒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section_label">
            <a:extLst>
              <a:ext uri="{FF2B5EF4-FFF2-40B4-BE49-F238E27FC236}">
                <a16:creationId xmlns:a16="http://schemas.microsoft.com/office/drawing/2014/main" id="{E4BB559A-959F-E065-EED1-B99203950C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58774" y="629521"/>
            <a:ext cx="7100426" cy="290849"/>
          </a:xfrm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CC0000"/>
                </a:solidFill>
                <a:latin typeface="+mj-lt"/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875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90000"/>
              </a:lnSpc>
              <a:spcAft>
                <a:spcPts val="0"/>
              </a:spcAft>
              <a:buNone/>
              <a:defRPr sz="1875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B6DFC255-7930-5C81-0D87-2A24C89824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 vert="horz" rIns="0"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08891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t_09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rand_logo" descr="Ein Bild, das Logo enthält.&#10;&#10;Automatisch generierte Beschreibung">
            <a:extLst>
              <a:ext uri="{FF2B5EF4-FFF2-40B4-BE49-F238E27FC236}">
                <a16:creationId xmlns:a16="http://schemas.microsoft.com/office/drawing/2014/main" id="{2AFD3703-B3FC-AA0D-9674-79101F6B5B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3232540" y="2084055"/>
            <a:ext cx="2678919" cy="97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81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00" userDrawn="1">
          <p15:clr>
            <a:srgbClr val="FBAE40"/>
          </p15:clr>
        </p15:guide>
        <p15:guide id="3" pos="29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7BFFDB4-72FA-7037-10A2-CA365557B9B4}"/>
              </a:ext>
            </a:extLst>
          </p:cNvPr>
          <p:cNvGraphicFramePr>
            <a:graphicFrameLocks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297571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46" imgH="340" progId="TCLayout.ActiveDocument.1">
                  <p:embed/>
                </p:oleObj>
              </mc:Choice>
              <mc:Fallback>
                <p:oleObj name="think-cell Slide" r:id="rId12" imgW="346" imgH="34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BFFDB4-72FA-7037-10A2-CA365557B9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_date">
            <a:extLst>
              <a:ext uri="{FF2B5EF4-FFF2-40B4-BE49-F238E27FC236}">
                <a16:creationId xmlns:a16="http://schemas.microsoft.com/office/drawing/2014/main" id="{5F882E47-52BC-4F68-561B-15653AB5181F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8200839" y="4920303"/>
            <a:ext cx="584385" cy="10772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de-DE" sz="700" cap="all" baseline="0" smtClean="0"/>
            </a:lvl1pPr>
          </a:lstStyle>
          <a:p>
            <a:pPr indent="-468000"/>
            <a:fld id="{84284A58-3EB3-4F57-9112-3DEC02019146}" type="datetime1">
              <a:rPr lang="de-DE" smtClean="0"/>
              <a:t>22.06.2026</a:t>
            </a:fld>
            <a:endParaRPr lang="de-DE" dirty="0"/>
          </a:p>
        </p:txBody>
      </p:sp>
      <p:sp>
        <p:nvSpPr>
          <p:cNvPr id="5" name="footer_copyright">
            <a:extLst>
              <a:ext uri="{FF2B5EF4-FFF2-40B4-BE49-F238E27FC236}">
                <a16:creationId xmlns:a16="http://schemas.microsoft.com/office/drawing/2014/main" id="{A5458361-860D-10A6-C9E1-0FECDEE13589}"/>
              </a:ext>
            </a:extLst>
          </p:cNvPr>
          <p:cNvSpPr txBox="1">
            <a:spLocks/>
          </p:cNvSpPr>
          <p:nvPr userDrawn="1"/>
        </p:nvSpPr>
        <p:spPr>
          <a:xfrm>
            <a:off x="7852672" y="4920189"/>
            <a:ext cx="301365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25200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C0000"/>
              </a:buClr>
              <a:buFont typeface="Wuerth Book" panose="020B0502020204020303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5200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Wuerth Book" panose="020B0502020204020303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6000" indent="-25200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B8B8D"/>
              </a:buClr>
              <a:buFont typeface="Wuerth Book" panose="020B0502020204020303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8000" indent="-25200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90000"/>
              <a:buFont typeface="Wuerth Book" panose="020B0502020204020303" pitchFamily="34" charset="0"/>
              <a:buChar char="‒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08000" indent="-25200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90000"/>
              <a:buFont typeface="Wuerth Book" panose="020B0502020204020303" pitchFamily="34" charset="0"/>
              <a:buChar char="‒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08000" indent="-25200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90000"/>
              <a:buFont typeface="Wuerth Book" panose="020B0502020204020303" pitchFamily="34" charset="0"/>
              <a:buChar char="‒"/>
              <a:defRPr lang="de-DE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08000" indent="-25200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90000"/>
              <a:buFont typeface="Wuerth Book" panose="020B0502020204020303" pitchFamily="34" charset="0"/>
              <a:buChar char="‒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08000" indent="-25200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90000"/>
              <a:buFont typeface="Wuerth Book" panose="020B0502020204020303" pitchFamily="34" charset="0"/>
              <a:buChar char="‒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Aft>
                <a:spcPts val="0"/>
              </a:spcAft>
            </a:pPr>
            <a:r>
              <a:rPr lang="de-DE" sz="700" dirty="0"/>
              <a:t>© Würth</a:t>
            </a:r>
          </a:p>
        </p:txBody>
      </p:sp>
      <p:sp>
        <p:nvSpPr>
          <p:cNvPr id="11" name="footer_source">
            <a:extLst>
              <a:ext uri="{FF2B5EF4-FFF2-40B4-BE49-F238E27FC236}">
                <a16:creationId xmlns:a16="http://schemas.microsoft.com/office/drawing/2014/main" id="{FFBAADEE-AF24-CB14-FE0D-DB24AF948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18275" y="4920303"/>
            <a:ext cx="4828311" cy="10772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700" cap="all" baseline="0">
                <a:solidFill>
                  <a:schemeClr val="tx1"/>
                </a:solidFill>
              </a:defRPr>
            </a:lvl1pPr>
            <a:lvl2pPr>
              <a:defRPr sz="700" cap="all" baseline="0"/>
            </a:lvl2pPr>
            <a:lvl3pPr>
              <a:defRPr sz="700" cap="all" baseline="0"/>
            </a:lvl3pPr>
            <a:lvl4pPr marL="0">
              <a:defRPr sz="700" cap="all" baseline="0"/>
            </a:lvl4pPr>
            <a:lvl5pPr marL="0">
              <a:defRPr sz="700" cap="all" baseline="0"/>
            </a:lvl5pPr>
            <a:lvl6pPr marL="0">
              <a:defRPr sz="700" cap="all" baseline="0"/>
            </a:lvl6pPr>
            <a:lvl7pPr marL="0">
              <a:defRPr sz="700" cap="all" baseline="0"/>
            </a:lvl7pPr>
            <a:lvl8pPr marL="0">
              <a:defRPr sz="700" cap="all" baseline="0"/>
            </a:lvl8pPr>
            <a:lvl9pPr marL="0">
              <a:defRPr sz="700" cap="all" baseline="0"/>
            </a:lvl9pPr>
          </a:lstStyle>
          <a:p>
            <a:pPr indent="-468000"/>
            <a:r>
              <a:rPr lang="de-DE" dirty="0"/>
              <a:t>Würth Line Folienmaster</a:t>
            </a:r>
          </a:p>
        </p:txBody>
      </p:sp>
      <p:sp>
        <p:nvSpPr>
          <p:cNvPr id="6" name="footer_slide_number">
            <a:extLst>
              <a:ext uri="{FF2B5EF4-FFF2-40B4-BE49-F238E27FC236}">
                <a16:creationId xmlns:a16="http://schemas.microsoft.com/office/drawing/2014/main" id="{44BADFE5-9EF4-243C-D6AF-187767E4E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358775" y="4920303"/>
            <a:ext cx="204257" cy="1077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3CBD43C5-A65B-4791-8A9A-EB6408C246D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23EF8570-09D7-A87C-3F17-FD1D53B1676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8775" y="1228182"/>
            <a:ext cx="8426449" cy="349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pic>
        <p:nvPicPr>
          <p:cNvPr id="7" name="brand_logo" descr="Ein Bild, das Logo enthält.&#10;&#10;Automatisch generierte Beschreibung">
            <a:extLst>
              <a:ext uri="{FF2B5EF4-FFF2-40B4-BE49-F238E27FC236}">
                <a16:creationId xmlns:a16="http://schemas.microsoft.com/office/drawing/2014/main" id="{F0847D62-A7EB-B4FC-8806-3207AB29852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/>
          </a:blip>
          <a:stretch>
            <a:fillRect/>
          </a:stretch>
        </p:blipFill>
        <p:spPr bwMode="gray">
          <a:xfrm>
            <a:off x="7581433" y="253192"/>
            <a:ext cx="1331197" cy="488587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D6F37AD-A388-ED69-053E-88262F83F1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8775" y="338672"/>
            <a:ext cx="7100425" cy="29084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71948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85" r:id="rId2"/>
    <p:sldLayoutId id="2147483724" r:id="rId3"/>
    <p:sldLayoutId id="2147483723" r:id="rId4"/>
    <p:sldLayoutId id="2147483736" r:id="rId5"/>
    <p:sldLayoutId id="2147483687" r:id="rId6"/>
    <p:sldLayoutId id="2147483737" r:id="rId7"/>
    <p:sldLayoutId id="2147483738" r:id="rId8"/>
    <p:sldLayoutId id="2147483692" r:id="rId9"/>
  </p:sldLayoutIdLst>
  <p:hf hd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Tx/>
        <a:buNone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68578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CC0000"/>
        </a:buClr>
        <a:buFont typeface="Wuerth Book" panose="020B0502020204020303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68578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Wuerth Book" panose="020B0502020204020303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68578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8B8B8D"/>
        </a:buClr>
        <a:buFont typeface="Wuerth Book" panose="020B0502020204020303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00" indent="-252000" algn="l" defTabSz="68578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Wuerth Book" panose="020B0502020204020303" pitchFamily="34" charset="0"/>
        <a:buChar char="‒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008000" indent="-252000" algn="l" defTabSz="68578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Wuerth Book" panose="020B0502020204020303" pitchFamily="34" charset="0"/>
        <a:buChar char="‒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1008000" indent="-252000" algn="l" defTabSz="68578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Wuerth Book" panose="020B0502020204020303" pitchFamily="34" charset="0"/>
        <a:buChar char="‒"/>
        <a:defRPr lang="de-DE" sz="19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1008000" indent="-252000" algn="l" defTabSz="68578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Wuerth Book" panose="020B0502020204020303" pitchFamily="34" charset="0"/>
        <a:buChar char="‒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1008000" indent="-252000" algn="l" defTabSz="68578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Wuerth Book" panose="020B0502020204020303" pitchFamily="34" charset="0"/>
        <a:buChar char="‒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2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orient="horz" pos="2976" userDrawn="1">
          <p15:clr>
            <a:srgbClr val="F26B43"/>
          </p15:clr>
        </p15:guide>
        <p15:guide id="4" pos="5534" userDrawn="1">
          <p15:clr>
            <a:srgbClr val="F26B43"/>
          </p15:clr>
        </p15:guide>
        <p15:guide id="6" orient="horz" pos="2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D1AF-B4BF-4677-6EFA-C4E5B3F774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2DCB9-9550-EF8A-0AC3-3C6C018C8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9C240-ABF3-947C-43BB-FAABE20AE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99289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1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  <p:tag name="CNTSLIDES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uerth Line">
  <a:themeElements>
    <a:clrScheme name="Benutzerdefiniert 17">
      <a:dk1>
        <a:sysClr val="windowText" lastClr="000000"/>
      </a:dk1>
      <a:lt1>
        <a:sysClr val="window" lastClr="FFFFFF"/>
      </a:lt1>
      <a:dk2>
        <a:srgbClr val="4B4B4B"/>
      </a:dk2>
      <a:lt2>
        <a:srgbClr val="CC0000"/>
      </a:lt2>
      <a:accent1>
        <a:srgbClr val="CC0000"/>
      </a:accent1>
      <a:accent2>
        <a:srgbClr val="4B4B4B"/>
      </a:accent2>
      <a:accent3>
        <a:srgbClr val="8B8B8D"/>
      </a:accent3>
      <a:accent4>
        <a:srgbClr val="C4C4C4"/>
      </a:accent4>
      <a:accent5>
        <a:srgbClr val="000000"/>
      </a:accent5>
      <a:accent6>
        <a:srgbClr val="0093DD"/>
      </a:accent6>
      <a:hlink>
        <a:srgbClr val="CC0000"/>
      </a:hlink>
      <a:folHlink>
        <a:srgbClr val="0093DD"/>
      </a:folHlink>
    </a:clrScheme>
    <a:fontScheme name="Würth Line">
      <a:majorFont>
        <a:latin typeface="Wuerth Extra Bold Cond Caps"/>
        <a:ea typeface=""/>
        <a:cs typeface=""/>
      </a:majorFont>
      <a:minorFont>
        <a:latin typeface="Wuerth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 w="6350">
          <a:noFill/>
        </a:ln>
      </a:spPr>
      <a:bodyPr lIns="108000" tIns="108000" rIns="108000" bIns="108000" rtlCol="0" anchor="ctr"/>
      <a:lstStyle>
        <a:defPPr algn="ctr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>
          <a:noFill/>
          <a:miter lim="800000"/>
        </a:ln>
      </a:spPr>
      <a:bodyPr wrap="square" lIns="0" tIns="0" rIns="0" bIns="0" rtlCol="0">
        <a:spAutoFit/>
      </a:bodyPr>
      <a:lstStyle>
        <a:defPPr indent="-234000" algn="l">
          <a:defRPr dirty="0" err="1" smtClean="0"/>
        </a:defPPr>
      </a:lstStyle>
    </a:txDef>
  </a:objectDefaults>
  <a:extraClrSchemeLst/>
  <a:custClrLst>
    <a:custClr name="Würth Red">
      <a:srgbClr val="CC0000"/>
    </a:custClr>
    <a:custClr name="Black">
      <a:srgbClr val="000000"/>
    </a:custClr>
    <a:custClr name="Würth Red">
      <a:srgbClr val="CC0000"/>
    </a:custClr>
    <a:custClr name="Darkest Grey">
      <a:srgbClr val="4B4B4B"/>
    </a:custClr>
    <a:custClr name="Würth Red">
      <a:srgbClr val="CC0000"/>
    </a:custClr>
    <a:custClr name="Darkest Grey">
      <a:srgbClr val="4B4B4B"/>
    </a:custClr>
    <a:custClr name="Grey Medium">
      <a:srgbClr val="8B8B8D"/>
    </a:custClr>
    <a:custClr name="Lightest Grey">
      <a:srgbClr val="C4C4C4"/>
    </a:custClr>
    <a:custClr name="Black">
      <a:srgbClr val="000000"/>
    </a:custClr>
    <a:custClr name="Würth Cyan">
      <a:srgbClr val="0093D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Grey Light">
      <a:srgbClr val="A8A8AA"/>
    </a:custClr>
    <a:custClr name="Grey Dark">
      <a:srgbClr val="6C6D6F"/>
    </a:custClr>
    <a:custClr name="Dark Red">
      <a:srgbClr val="90112C"/>
    </a:custClr>
    <a:custClr name="Yellow">
      <a:srgbClr val="FDC300"/>
    </a:custClr>
    <a:custClr name="Green">
      <a:srgbClr val="008448"/>
    </a:custClr>
    <a:custClr name="Blue">
      <a:srgbClr val="004774"/>
    </a:custClr>
  </a:custClrLst>
  <a:extLst>
    <a:ext uri="{05A4C25C-085E-4340-85A3-A5531E510DB2}">
      <thm15:themeFamily xmlns:thm15="http://schemas.microsoft.com/office/thememl/2012/main" name="Presentation1" id="{A437539D-27A5-424D-BC32-47C8ED6EAFE7}" vid="{1F7391DC-E51E-4ECE-AAE4-7A1D5CE6DE23}"/>
    </a:ext>
  </a:extLst>
</a:theme>
</file>

<file path=ppt/theme/theme2.xml><?xml version="1.0" encoding="utf-8"?>
<a:theme xmlns:a="http://schemas.openxmlformats.org/drawingml/2006/main" name="Office">
  <a:themeElements>
    <a:clrScheme name="Würth Line">
      <a:dk1>
        <a:sysClr val="windowText" lastClr="000000"/>
      </a:dk1>
      <a:lt1>
        <a:sysClr val="window" lastClr="FFFFFF"/>
      </a:lt1>
      <a:dk2>
        <a:srgbClr val="4B4B4B"/>
      </a:dk2>
      <a:lt2>
        <a:srgbClr val="CC0000"/>
      </a:lt2>
      <a:accent1>
        <a:srgbClr val="CC0000"/>
      </a:accent1>
      <a:accent2>
        <a:srgbClr val="4B4B4B"/>
      </a:accent2>
      <a:accent3>
        <a:srgbClr val="8B8B8D"/>
      </a:accent3>
      <a:accent4>
        <a:srgbClr val="C4C4C4"/>
      </a:accent4>
      <a:accent5>
        <a:srgbClr val="000000"/>
      </a:accent5>
      <a:accent6>
        <a:srgbClr val="0093DD"/>
      </a:accent6>
      <a:hlink>
        <a:srgbClr val="CC0000"/>
      </a:hlink>
      <a:folHlink>
        <a:srgbClr val="0093DD"/>
      </a:folHlink>
    </a:clrScheme>
    <a:fontScheme name="Würth Line">
      <a:majorFont>
        <a:latin typeface="Wuerth Extra Bold Cond Caps"/>
        <a:ea typeface=""/>
        <a:cs typeface=""/>
      </a:majorFont>
      <a:minorFont>
        <a:latin typeface="Wuerth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Würth Line">
      <a:dk1>
        <a:sysClr val="windowText" lastClr="000000"/>
      </a:dk1>
      <a:lt1>
        <a:sysClr val="window" lastClr="FFFFFF"/>
      </a:lt1>
      <a:dk2>
        <a:srgbClr val="4B4B4B"/>
      </a:dk2>
      <a:lt2>
        <a:srgbClr val="CC0000"/>
      </a:lt2>
      <a:accent1>
        <a:srgbClr val="CC0000"/>
      </a:accent1>
      <a:accent2>
        <a:srgbClr val="4B4B4B"/>
      </a:accent2>
      <a:accent3>
        <a:srgbClr val="8B8B8D"/>
      </a:accent3>
      <a:accent4>
        <a:srgbClr val="C4C4C4"/>
      </a:accent4>
      <a:accent5>
        <a:srgbClr val="000000"/>
      </a:accent5>
      <a:accent6>
        <a:srgbClr val="0093DD"/>
      </a:accent6>
      <a:hlink>
        <a:srgbClr val="CC0000"/>
      </a:hlink>
      <a:folHlink>
        <a:srgbClr val="0093DD"/>
      </a:folHlink>
    </a:clrScheme>
    <a:fontScheme name="Würth Line">
      <a:majorFont>
        <a:latin typeface="Wuerth Extra Bold Cond Caps"/>
        <a:ea typeface=""/>
        <a:cs typeface=""/>
      </a:majorFont>
      <a:minorFont>
        <a:latin typeface="Wuerth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Wuerth Extra Bold Cond Caps</vt:lpstr>
      <vt:lpstr>Wuerth Book</vt:lpstr>
      <vt:lpstr>Wuerth Bold</vt:lpstr>
      <vt:lpstr>Wuerth Line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Schork, Hendrik</dc:creator>
  <cp:lastModifiedBy>Leon Körbs</cp:lastModifiedBy>
  <cp:revision>6</cp:revision>
  <dcterms:created xsi:type="dcterms:W3CDTF">2026-06-03T07:46:02Z</dcterms:created>
  <dcterms:modified xsi:type="dcterms:W3CDTF">2026-06-22T14:24:56Z</dcterms:modified>
</cp:coreProperties>
</file>