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2"/>
    <p:sldId id="257" r:id="rId3"/>
    <p:sldId id="258" r:id="rId4"/>
  </p:sldIdLst>
  <p:sldSz cx="9144000" cy="5143500" type="screen16x9"/>
  <p:notesSz cx="6858000" cy="9144000"/>
  <p:embeddedFontLst>
    <p:embeddedFont>
      <p:font typeface="Wuerth Bold" panose="020B0802020204020204" pitchFamily="34" charset="0"/>
      <p:regular r:id="rId7"/>
    </p:embeddedFont>
    <p:embeddedFont>
      <p:font typeface="Wuerth Book" panose="020B0502020204020303" pitchFamily="34" charset="0"/>
      <p:regular r:id="rId8"/>
    </p:embeddedFont>
    <p:embeddedFont>
      <p:font typeface="Wuerth Extra Bold Cond Caps" pitchFamily="2" charset="0"/>
      <p:bold r:id="rId9"/>
    </p:embeddedFont>
  </p:embeddedFontLst>
  <p:custDataLst>
    <p:tags r:id="rId10"/>
  </p:custDataLst>
  <p:defaultTextStyle>
    <a:defPPr>
      <a:defRPr lang="de-DE"/>
    </a:defPPr>
    <a:lvl1pPr marL="0" indent="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ClrTx/>
      <a:buFontTx/>
      <a:buNone/>
      <a:defRPr sz="1900" kern="1200">
        <a:solidFill>
          <a:schemeClr val="tx1"/>
        </a:solidFill>
        <a:latin typeface="+mn-lt"/>
        <a:ea typeface="+mn-ea"/>
        <a:cs typeface="+mn-cs"/>
      </a:defRPr>
    </a:lvl1pPr>
    <a:lvl2pPr marL="252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Clr>
        <a:srgbClr val="CC0000"/>
      </a:buClr>
      <a:buFont typeface="Wuerth Book" panose="020B0502020204020303" pitchFamily="34" charset="0"/>
      <a:buChar char="•"/>
      <a:defRPr sz="1900" kern="1200">
        <a:solidFill>
          <a:schemeClr val="tx1"/>
        </a:solidFill>
        <a:latin typeface="+mn-lt"/>
        <a:ea typeface="+mn-ea"/>
        <a:cs typeface="+mn-cs"/>
      </a:defRPr>
    </a:lvl2pPr>
    <a:lvl3pPr marL="504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Font typeface="Wuerth Book" panose="020B0502020204020303" pitchFamily="34" charset="0"/>
      <a:buChar char="•"/>
      <a:defRPr sz="1900" kern="1200">
        <a:solidFill>
          <a:schemeClr val="tx1"/>
        </a:solidFill>
        <a:latin typeface="+mn-lt"/>
        <a:ea typeface="+mn-ea"/>
        <a:cs typeface="+mn-cs"/>
      </a:defRPr>
    </a:lvl3pPr>
    <a:lvl4pPr marL="756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Clr>
        <a:srgbClr val="8B8B8D"/>
      </a:buClr>
      <a:buFont typeface="Wuerth Book" panose="020B0502020204020303" pitchFamily="34" charset="0"/>
      <a:buChar char="•"/>
      <a:defRPr sz="1900" kern="1200">
        <a:solidFill>
          <a:schemeClr val="tx1"/>
        </a:solidFill>
        <a:latin typeface="+mn-lt"/>
        <a:ea typeface="+mn-ea"/>
        <a:cs typeface="+mn-cs"/>
      </a:defRPr>
    </a:lvl4pPr>
    <a:lvl5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5pPr>
    <a:lvl6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6pPr>
    <a:lvl7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lang="de-DE" sz="1900" kern="1200" dirty="0">
        <a:solidFill>
          <a:schemeClr val="tx1"/>
        </a:solidFill>
        <a:latin typeface="+mn-lt"/>
        <a:ea typeface="+mn-ea"/>
        <a:cs typeface="+mn-cs"/>
      </a:defRPr>
    </a:lvl7pPr>
    <a:lvl8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8pPr>
    <a:lvl9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041" userDrawn="1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96ED874-8F4B-A907-1ADD-7F035144144C}" name="Helen Bannert" initials="HB" userId="S::helen.bannert@strategy-compass.com::b4e2e11e-770f-44c7-975f-9d77a4fcfa0f" providerId="AD"/>
  <p188:author id="{23D4B18C-F9BC-73C2-326A-9A1BF7103CFC}" name="Beate Rocholz" initials="BR" userId="74a48016e7e42bd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8" autoAdjust="0"/>
    <p:restoredTop sz="77848" autoAdjust="0"/>
  </p:normalViewPr>
  <p:slideViewPr>
    <p:cSldViewPr snapToGrid="0" showGuides="1">
      <p:cViewPr varScale="1">
        <p:scale>
          <a:sx n="155" d="100"/>
          <a:sy n="155" d="100"/>
        </p:scale>
        <p:origin x="162" y="342"/>
      </p:cViewPr>
      <p:guideLst>
        <p:guide pos="2041"/>
        <p:guide orient="horz" pos="1620"/>
      </p:guideLst>
    </p:cSldViewPr>
  </p:slideViewPr>
  <p:outlineViewPr>
    <p:cViewPr>
      <p:scale>
        <a:sx n="33" d="100"/>
        <a:sy n="33" d="100"/>
      </p:scale>
      <p:origin x="0" y="-22773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16" d="100"/>
          <a:sy n="116" d="100"/>
        </p:scale>
        <p:origin x="3664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5" Type="http://schemas.microsoft.com/office/2018/10/relationships/authors" Target="authors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EB284741-261E-CDE1-F506-C04633E2687B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34AF24-E6FF-2EF9-BE98-74B5AD3653AF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667BD7-7836-4542-96EC-FA1F2778C457}" type="datetimeFigureOut">
              <a:rPr lang="de-DE" smtClean="0"/>
              <a:t>03.06.2026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F9ECFB1-3DD1-4BD2-C90B-75DF2365BA5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712D91-4357-61DA-3104-7F594A3F70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ADAB9-D870-4774-A52C-3BD43816E8F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638341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21216-8C03-4DD3-BCF1-B03CA63F3592}" type="datetimeFigureOut">
              <a:rPr lang="de-DE" smtClean="0"/>
              <a:t>03.06.2026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Tx/>
              <a:buNone/>
            </a:pPr>
            <a:r>
              <a:rPr lang="de-DE" dirty="0"/>
              <a:t>Mastertextformat bearbeiten</a:t>
            </a:r>
          </a:p>
          <a:p>
            <a:pPr marL="252000" lvl="1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Wuerth Book" panose="020B0502020204020303" pitchFamily="34" charset="0"/>
              <a:buChar char="•"/>
            </a:pPr>
            <a:r>
              <a:rPr lang="de-DE" dirty="0"/>
              <a:t>Zweite Ebene</a:t>
            </a:r>
          </a:p>
          <a:p>
            <a:pPr marL="504000" lvl="2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uerth Book" panose="020B0502020204020303" pitchFamily="34" charset="0"/>
              <a:buChar char="•"/>
            </a:pPr>
            <a:r>
              <a:rPr lang="de-DE" dirty="0"/>
              <a:t>Dritte Ebene</a:t>
            </a:r>
          </a:p>
          <a:p>
            <a:pPr marL="756000" lvl="3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8B8B8D"/>
              </a:buClr>
              <a:buFont typeface="Wuerth Book" panose="020B0502020204020303" pitchFamily="34" charset="0"/>
              <a:buChar char="•"/>
            </a:pPr>
            <a:r>
              <a:rPr lang="de-DE" dirty="0"/>
              <a:t>Vierte Ebene</a:t>
            </a:r>
          </a:p>
          <a:p>
            <a:pPr marL="1008000" lvl="4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Wuerth Book" panose="020B0502020204020303" pitchFamily="34" charset="0"/>
              <a:buChar char="‒"/>
            </a:pPr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8C5C85-C3C4-4F90-93DF-50681649E75E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0706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1pPr>
    <a:lvl2pPr marL="342892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2pPr>
    <a:lvl3pPr marL="685783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3pPr>
    <a:lvl4pPr marL="1028675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4pPr>
    <a:lvl5pPr marL="1371566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5pPr>
    <a:lvl6pPr marL="1714457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348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240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132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2.png"/><Relationship Id="rId5" Type="http://schemas.openxmlformats.org/officeDocument/2006/relationships/image" Target="../media/image3.jpeg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image" Target="../media/image4.jpeg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8.xml"/><Relationship Id="rId4" Type="http://schemas.openxmlformats.org/officeDocument/2006/relationships/image" Target="../media/image1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9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0.xml"/><Relationship Id="rId5" Type="http://schemas.openxmlformats.org/officeDocument/2006/relationships/image" Target="../media/image5.svg"/><Relationship Id="rId4" Type="http://schemas.openxmlformats.org/officeDocument/2006/relationships/image" Target="../media/image1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1.xml"/><Relationship Id="rId5" Type="http://schemas.openxmlformats.org/officeDocument/2006/relationships/image" Target="../media/image5.svg"/><Relationship Id="rId4" Type="http://schemas.openxmlformats.org/officeDocument/2006/relationships/image" Target="../media/image1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2.xml"/><Relationship Id="rId4" Type="http://schemas.openxmlformats.org/officeDocument/2006/relationships/image" Target="../media/image1.emf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, Bild to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C4C0D2D9-AC21-2154-3E21-AC90E71FDAF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30327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4C0D2D9-AC21-2154-3E21-AC90E71FDA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A6F5C029-F9D4-4A20-40CE-42C725423EE8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 bwMode="gray">
          <a:xfrm>
            <a:off x="0" y="0"/>
            <a:ext cx="9143999" cy="5143500"/>
          </a:xfrm>
          <a:solidFill>
            <a:schemeClr val="bg1">
              <a:lumMod val="85000"/>
            </a:schemeClr>
          </a:solidFill>
        </p:spPr>
        <p:txBody>
          <a:bodyPr lIns="4824000" tIns="288000" rIns="36000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l" defTabSz="685783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Klicken Sie auf das Icon, um ein Bild einzufügen und setzen Sie anschließend über den Reiter „Bildformat“ &gt; „Ebene nach hinten“ &gt; „In den Hintergrund“ das Bild nach hinten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7EF738FE-BFDF-8795-FE6D-FC146E5D16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65125" y="338138"/>
            <a:ext cx="4204115" cy="4467223"/>
          </a:xfrm>
          <a:solidFill>
            <a:schemeClr val="tx1">
              <a:alpha val="30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de-DE" dirty="0"/>
              <a:t>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0783DB-C9E2-637D-90E1-483141D0C3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65125" y="338138"/>
            <a:ext cx="4204115" cy="4467224"/>
          </a:xfrm>
          <a:solidFill>
            <a:srgbClr val="CC0000">
              <a:alpha val="70000"/>
            </a:srgbClr>
          </a:solidFill>
        </p:spPr>
        <p:txBody>
          <a:bodyPr vert="horz" lIns="252000" tIns="1152000" rIns="252000" bIns="252000" anchor="t"/>
          <a:lstStyle>
            <a:lvl1pPr algn="l">
              <a:lnSpc>
                <a:spcPct val="80000"/>
              </a:lnSpc>
              <a:defRPr sz="5700">
                <a:solidFill>
                  <a:schemeClr val="bg1"/>
                </a:solidFill>
                <a:latin typeface="Wuerth Extra Bold Cond Caps" pitchFamily="2" charset="0"/>
              </a:defRPr>
            </a:lvl1pPr>
          </a:lstStyle>
          <a:p>
            <a:r>
              <a:rPr lang="de-DE" dirty="0"/>
              <a:t>Mastertitel-format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C16939D-D1CD-ADD5-A474-6A140643957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65125" y="3582328"/>
            <a:ext cx="4204115" cy="623248"/>
          </a:xfrm>
        </p:spPr>
        <p:txBody>
          <a:bodyPr lIns="252000" rIns="252000"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  <a:latin typeface="Wuerth Bold" panose="020B0802020204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F57D11-20A3-DECB-833E-4B82949517A4}"/>
              </a:ext>
            </a:extLst>
          </p:cNvPr>
          <p:cNvSpPr>
            <a:spLocks noGrp="1" noChangeAspect="1"/>
          </p:cNvSpPr>
          <p:nvPr>
            <p:ph type="body" sz="quarter" idx="12" hasCustomPrompt="1"/>
          </p:nvPr>
        </p:nvSpPr>
        <p:spPr bwMode="gray">
          <a:xfrm>
            <a:off x="365125" y="338138"/>
            <a:ext cx="2664000" cy="969961"/>
          </a:xfrm>
          <a:blipFill>
            <a:blip r:embed="rId5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de-DE" dirty="0"/>
              <a:t>.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A95C3E0F-42C3-CAD2-600F-74B95C473C2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5125" y="4205576"/>
            <a:ext cx="4204115" cy="326024"/>
          </a:xfrm>
        </p:spPr>
        <p:txBody>
          <a:bodyPr lIns="252000" anchor="t" anchorCtr="0"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Autor | Datum</a:t>
            </a:r>
          </a:p>
        </p:txBody>
      </p:sp>
    </p:spTree>
    <p:extLst>
      <p:ext uri="{BB962C8B-B14F-4D97-AF65-F5344CB8AC3E}">
        <p14:creationId xmlns:p14="http://schemas.microsoft.com/office/powerpoint/2010/main" val="23739700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, hell alterna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569E01B3-B45B-ADE7-453C-43FD60ECC5F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09772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69E01B3-B45B-ADE7-453C-43FD60ECC5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Grafik 9" descr="Ein Bild, das Hartwaren, Metall, Gelände, Metallwaren enthält.&#10;&#10;Automatisch generierte Beschreibung">
            <a:extLst>
              <a:ext uri="{FF2B5EF4-FFF2-40B4-BE49-F238E27FC236}">
                <a16:creationId xmlns:a16="http://schemas.microsoft.com/office/drawing/2014/main" id="{8B9FF6C8-FEF3-7083-3452-FC7639EB1FE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-2078"/>
            <a:ext cx="4934362" cy="5145578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A6F5C029-F9D4-4A20-40CE-42C725423EE8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 bwMode="gray">
          <a:xfrm>
            <a:off x="4934362" y="0"/>
            <a:ext cx="4209637" cy="5143500"/>
          </a:xfrm>
          <a:solidFill>
            <a:schemeClr val="bg1">
              <a:lumMod val="85000"/>
            </a:schemeClr>
          </a:solidFill>
        </p:spPr>
        <p:txBody>
          <a:bodyPr lIns="288000" tIns="288000" rIns="360000" bIns="0"/>
          <a:lstStyle>
            <a:lvl1pPr>
              <a:defRPr/>
            </a:lvl1pPr>
          </a:lstStyle>
          <a:p>
            <a:pPr marL="0" marR="0" lvl="0" indent="0" algn="l" defTabSz="685783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Klicken Sie auf das Icon, um ein Bild einzufügen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594549-8012-7D24-2020-4616628ED72E}"/>
              </a:ext>
            </a:extLst>
          </p:cNvPr>
          <p:cNvSpPr/>
          <p:nvPr/>
        </p:nvSpPr>
        <p:spPr bwMode="gray">
          <a:xfrm>
            <a:off x="365125" y="338138"/>
            <a:ext cx="4204115" cy="4467223"/>
          </a:xfrm>
          <a:prstGeom prst="rect">
            <a:avLst/>
          </a:prstGeom>
          <a:solidFill>
            <a:schemeClr val="tx1">
              <a:alpha val="3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0783DB-C9E2-637D-90E1-483141D0C3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65125" y="338138"/>
            <a:ext cx="4204115" cy="4467223"/>
          </a:xfrm>
          <a:solidFill>
            <a:srgbClr val="CC0000">
              <a:alpha val="70000"/>
            </a:srgbClr>
          </a:solidFill>
        </p:spPr>
        <p:txBody>
          <a:bodyPr vert="horz" lIns="252000" tIns="1152000" rIns="252000" bIns="252000" anchor="t"/>
          <a:lstStyle>
            <a:lvl1pPr algn="l">
              <a:lnSpc>
                <a:spcPct val="80000"/>
              </a:lnSpc>
              <a:defRPr sz="5700">
                <a:solidFill>
                  <a:schemeClr val="bg1"/>
                </a:solidFill>
                <a:latin typeface="Wuerth Extra Bold Cond Caps" pitchFamily="2" charset="0"/>
              </a:defRPr>
            </a:lvl1pPr>
          </a:lstStyle>
          <a:p>
            <a:r>
              <a:rPr lang="de-DE" dirty="0"/>
              <a:t>Mastertitel-format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C16939D-D1CD-ADD5-A474-6A140643957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65125" y="3582151"/>
            <a:ext cx="4204119" cy="623248"/>
          </a:xfrm>
        </p:spPr>
        <p:txBody>
          <a:bodyPr lIns="252000" rIns="252000"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  <a:latin typeface="Wuerth Bold" panose="020B0802020204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F57D11-20A3-DECB-833E-4B82949517A4}"/>
              </a:ext>
            </a:extLst>
          </p:cNvPr>
          <p:cNvSpPr>
            <a:spLocks noGrp="1" noChangeAspect="1"/>
          </p:cNvSpPr>
          <p:nvPr>
            <p:ph type="body" sz="quarter" idx="12" hasCustomPrompt="1"/>
          </p:nvPr>
        </p:nvSpPr>
        <p:spPr bwMode="gray">
          <a:xfrm>
            <a:off x="365125" y="338138"/>
            <a:ext cx="2664000" cy="969961"/>
          </a:xfrm>
          <a:blipFill>
            <a:blip r:embed="rId6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de-DE" dirty="0"/>
              <a:t>.</a:t>
            </a:r>
          </a:p>
        </p:txBody>
      </p:sp>
      <p:sp>
        <p:nvSpPr>
          <p:cNvPr id="16" name="Textplatzhalter 21">
            <a:extLst>
              <a:ext uri="{FF2B5EF4-FFF2-40B4-BE49-F238E27FC236}">
                <a16:creationId xmlns:a16="http://schemas.microsoft.com/office/drawing/2014/main" id="{8CA70B44-8CC9-62DF-FAB4-FD53E5A893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65125" y="4205399"/>
            <a:ext cx="4204119" cy="311327"/>
          </a:xfrm>
        </p:spPr>
        <p:txBody>
          <a:bodyPr lIns="252000" anchor="t"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Autor | Datum</a:t>
            </a:r>
          </a:p>
        </p:txBody>
      </p:sp>
    </p:spTree>
    <p:extLst>
      <p:ext uri="{BB962C8B-B14F-4D97-AF65-F5344CB8AC3E}">
        <p14:creationId xmlns:p14="http://schemas.microsoft.com/office/powerpoint/2010/main" val="651778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nger Titel, hell alterna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AEE72942-81F5-3F86-AC0E-350546FB8B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026431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E72942-81F5-3F86-AC0E-350546FB8B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Grafik 22" descr="Ein Bild, das Hartwaren, Metall, Gelände, Metallwaren enthält.&#10;&#10;Automatisch generierte Beschreibung">
            <a:extLst>
              <a:ext uri="{FF2B5EF4-FFF2-40B4-BE49-F238E27FC236}">
                <a16:creationId xmlns:a16="http://schemas.microsoft.com/office/drawing/2014/main" id="{897B66CF-190E-8D63-42DC-BA7B22E33AE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gray">
          <a:xfrm>
            <a:off x="0" y="-2078"/>
            <a:ext cx="9144000" cy="5145578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BBA9B9E7-CBE9-1621-7AE6-C1B164FDBD73}"/>
              </a:ext>
            </a:extLst>
          </p:cNvPr>
          <p:cNvSpPr/>
          <p:nvPr/>
        </p:nvSpPr>
        <p:spPr bwMode="gray">
          <a:xfrm>
            <a:off x="365125" y="338138"/>
            <a:ext cx="8420099" cy="4467224"/>
          </a:xfrm>
          <a:prstGeom prst="rect">
            <a:avLst/>
          </a:prstGeom>
          <a:solidFill>
            <a:schemeClr val="tx1">
              <a:alpha val="3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lvl="0"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0783DB-C9E2-637D-90E1-483141D0C3A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365125" y="338138"/>
            <a:ext cx="8420099" cy="4467224"/>
          </a:xfrm>
          <a:solidFill>
            <a:srgbClr val="CC0000">
              <a:alpha val="70000"/>
            </a:srgbClr>
          </a:solidFill>
        </p:spPr>
        <p:txBody>
          <a:bodyPr vert="horz" lIns="252000" tIns="1152000" rIns="252000" bIns="252000" anchor="t"/>
          <a:lstStyle>
            <a:lvl1pPr algn="l">
              <a:lnSpc>
                <a:spcPct val="80000"/>
              </a:lnSpc>
              <a:defRPr sz="5700">
                <a:solidFill>
                  <a:schemeClr val="bg1"/>
                </a:solidFill>
                <a:latin typeface="Wuerth Extra Bold Cond Caps" pitchFamily="2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C16939D-D1CD-ADD5-A474-6A140643957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65125" y="3582151"/>
            <a:ext cx="6786060" cy="629013"/>
          </a:xfrm>
        </p:spPr>
        <p:txBody>
          <a:bodyPr lIns="252000" rIns="252000"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600"/>
              </a:spcAft>
              <a:buNone/>
              <a:defRPr sz="1600">
                <a:solidFill>
                  <a:schemeClr val="bg1"/>
                </a:solidFill>
                <a:latin typeface="Wuerth Bold" panose="020B0802020204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F57D11-20A3-DECB-833E-4B82949517A4}"/>
              </a:ext>
            </a:extLst>
          </p:cNvPr>
          <p:cNvSpPr>
            <a:spLocks noGrp="1" noChangeAspect="1"/>
          </p:cNvSpPr>
          <p:nvPr>
            <p:ph type="body" sz="quarter" idx="12" hasCustomPrompt="1"/>
          </p:nvPr>
        </p:nvSpPr>
        <p:spPr bwMode="gray">
          <a:xfrm>
            <a:off x="365125" y="338138"/>
            <a:ext cx="2664000" cy="969961"/>
          </a:xfrm>
          <a:blipFill>
            <a:blip r:embed="rId6"/>
            <a:stretch>
              <a:fillRect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de-DE" dirty="0"/>
              <a:t>.</a:t>
            </a:r>
          </a:p>
        </p:txBody>
      </p:sp>
      <p:sp>
        <p:nvSpPr>
          <p:cNvPr id="12" name="Textplatzhalter 21">
            <a:extLst>
              <a:ext uri="{FF2B5EF4-FFF2-40B4-BE49-F238E27FC236}">
                <a16:creationId xmlns:a16="http://schemas.microsoft.com/office/drawing/2014/main" id="{795051F9-4A9F-6B71-92BD-A2A6C11537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65124" y="4204800"/>
            <a:ext cx="6786062" cy="311327"/>
          </a:xfrm>
        </p:spPr>
        <p:txBody>
          <a:bodyPr lIns="252000" anchor="t" anchorCtr="0"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Autor | Datum</a:t>
            </a:r>
          </a:p>
        </p:txBody>
      </p:sp>
    </p:spTree>
    <p:extLst>
      <p:ext uri="{BB962C8B-B14F-4D97-AF65-F5344CB8AC3E}">
        <p14:creationId xmlns:p14="http://schemas.microsoft.com/office/powerpoint/2010/main" val="37964520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nger Titel, alternativ, Red komple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D05A5A43-4123-1C03-5F5B-912DCD54F08F}"/>
              </a:ext>
            </a:extLst>
          </p:cNvPr>
          <p:cNvSpPr/>
          <p:nvPr/>
        </p:nvSpPr>
        <p:spPr bwMode="gray">
          <a:xfrm>
            <a:off x="1" y="0"/>
            <a:ext cx="9144000" cy="51435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pic>
        <p:nvPicPr>
          <p:cNvPr id="7" name="Grafik 6" descr="Ein Bild, das Logo enthält.&#10;&#10;Automatisch generierte Beschreibung">
            <a:extLst>
              <a:ext uri="{FF2B5EF4-FFF2-40B4-BE49-F238E27FC236}">
                <a16:creationId xmlns:a16="http://schemas.microsoft.com/office/drawing/2014/main" id="{B8B6A5F9-03AE-A705-0F9D-FC577BDDF3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b="798"/>
          <a:stretch/>
        </p:blipFill>
        <p:spPr bwMode="gray">
          <a:xfrm>
            <a:off x="365124" y="338138"/>
            <a:ext cx="2664000" cy="969961"/>
          </a:xfrm>
          <a:prstGeom prst="rect">
            <a:avLst/>
          </a:prstGeom>
        </p:spPr>
      </p:pic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AEE72942-81F5-3F86-AC0E-350546FB8B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856692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46" imgH="340" progId="TCLayout.ActiveDocument.1">
                  <p:embed/>
                </p:oleObj>
              </mc:Choice>
              <mc:Fallback>
                <p:oleObj name="think-cell Folie" r:id="rId4" imgW="346" imgH="34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E72942-81F5-3F86-AC0E-350546FB8B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C0783DB-C9E2-637D-90E1-483141D0C3A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365124" y="1492678"/>
            <a:ext cx="8413749" cy="2132336"/>
          </a:xfrm>
          <a:noFill/>
        </p:spPr>
        <p:txBody>
          <a:bodyPr vert="horz" lIns="0" tIns="0" rIns="0" bIns="0" anchor="t"/>
          <a:lstStyle>
            <a:lvl1pPr algn="l">
              <a:lnSpc>
                <a:spcPct val="80000"/>
              </a:lnSpc>
              <a:defRPr sz="5700">
                <a:solidFill>
                  <a:schemeClr val="bg1"/>
                </a:solidFill>
                <a:latin typeface="Wuerth Extra Bold Cond Caps" pitchFamily="2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C16939D-D1CD-ADD5-A474-6A140643957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65126" y="3625013"/>
            <a:ext cx="6786062" cy="629013"/>
          </a:xfrm>
        </p:spPr>
        <p:txBody>
          <a:bodyPr lIns="0" rIns="252000"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  <a:latin typeface="Wuerth Bold" panose="020B0802020204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4" name="Textplatzhalter 21">
            <a:extLst>
              <a:ext uri="{FF2B5EF4-FFF2-40B4-BE49-F238E27FC236}">
                <a16:creationId xmlns:a16="http://schemas.microsoft.com/office/drawing/2014/main" id="{D04C3FA1-306F-D949-4B06-75F240049E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65126" y="4254026"/>
            <a:ext cx="6786063" cy="311327"/>
          </a:xfrm>
        </p:spPr>
        <p:txBody>
          <a:bodyPr lIns="0" anchor="t"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Autor | Datum</a:t>
            </a:r>
          </a:p>
        </p:txBody>
      </p:sp>
    </p:spTree>
    <p:extLst>
      <p:ext uri="{BB962C8B-B14F-4D97-AF65-F5344CB8AC3E}">
        <p14:creationId xmlns:p14="http://schemas.microsoft.com/office/powerpoint/2010/main" val="13809721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0702A58D-26F7-5DE3-D5E1-EBEABB152A2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05013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702A58D-26F7-5DE3-D5E1-EBEABB152A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4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1640752C-021B-8FD1-DDE7-354CA58B0408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A1A531F-556D-54E8-BA5C-832B4FFAAED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E320967-9FCC-F72B-F5A5-0631318AB9A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7B44C92-7F51-70D9-B427-B00CBB13FEA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0287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1" userDrawn="1">
          <p15:clr>
            <a:srgbClr val="FBAE40"/>
          </p15:clr>
        </p15:guide>
        <p15:guide id="2" pos="295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DCEE973D-4AE1-07A5-20C5-AB76755558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485072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EE973D-4AE1-07A5-20C5-AB76755558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Inhaltsplatzhalter 26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230108"/>
            <a:ext cx="8426449" cy="3492000"/>
          </a:xfrm>
        </p:spPr>
        <p:txBody>
          <a:bodyPr/>
          <a:lstStyle>
            <a:lvl1pPr marL="0">
              <a:defRPr/>
            </a:lvl1pPr>
            <a:lvl5pPr marL="1008000" indent="-252000">
              <a:buSzPct val="100000"/>
              <a:buFont typeface="Wuerth Book" panose="020B0502020204020303" pitchFamily="34" charset="0"/>
              <a:buChar char="‒"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4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Titel 15">
            <a:extLst>
              <a:ext uri="{FF2B5EF4-FFF2-40B4-BE49-F238E27FC236}">
                <a16:creationId xmlns:a16="http://schemas.microsoft.com/office/drawing/2014/main" id="{B6DFC255-7930-5C81-0D87-2A24C89824D6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91CEBF-0315-0376-AECC-72B5220000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4FF8FF-43AA-977F-26BD-15CCF4FAB84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D9836F3-62A2-3351-A51F-6968526503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78934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9A09D5B0-47AA-8BBF-022C-4A2BF6A7292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604324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A09D5B0-47AA-8BBF-022C-4A2BF6A729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6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7" name="Inhaltsplatzhalter 26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230109"/>
            <a:ext cx="4087224" cy="3492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Inhaltsplatzhalter 9">
            <a:extLst>
              <a:ext uri="{FF2B5EF4-FFF2-40B4-BE49-F238E27FC236}">
                <a16:creationId xmlns:a16="http://schemas.microsoft.com/office/drawing/2014/main" id="{AE8262BE-239A-ED00-9BD2-CEFF5B35982B}"/>
              </a:ext>
            </a:extLst>
          </p:cNvPr>
          <p:cNvSpPr>
            <a:spLocks noGrp="1"/>
          </p:cNvSpPr>
          <p:nvPr>
            <p:ph sz="quarter" idx="31"/>
          </p:nvPr>
        </p:nvSpPr>
        <p:spPr bwMode="gray">
          <a:xfrm>
            <a:off x="4697999" y="1230109"/>
            <a:ext cx="4087224" cy="3492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D21F35B6-EC4E-C9D6-0B48-7B559E24A123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D50B35C-D31C-1656-43E3-0C5C52887A5B}"/>
              </a:ext>
            </a:extLst>
          </p:cNvPr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3EAACF-D7C6-0FDF-58A7-1AA82CFBD724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8B378A6-73EE-4583-FBD0-09D156AB87F5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659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0" userDrawn="1">
          <p15:clr>
            <a:srgbClr val="FBAE40"/>
          </p15:clr>
        </p15:guide>
        <p15:guide id="2" pos="29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EB2178DA-AE95-364D-B1D1-31CD4A523B6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79734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B2178DA-AE95-364D-B1D1-31CD4A523B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7" name="Inhaltsplatzhalter 26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4" y="1225549"/>
            <a:ext cx="2712816" cy="3492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Inhaltsplatzhalter 9">
            <a:extLst>
              <a:ext uri="{FF2B5EF4-FFF2-40B4-BE49-F238E27FC236}">
                <a16:creationId xmlns:a16="http://schemas.microsoft.com/office/drawing/2014/main" id="{AE8262BE-239A-ED00-9BD2-CEFF5B35982B}"/>
              </a:ext>
            </a:extLst>
          </p:cNvPr>
          <p:cNvSpPr>
            <a:spLocks noGrp="1"/>
          </p:cNvSpPr>
          <p:nvPr>
            <p:ph sz="quarter" idx="31"/>
          </p:nvPr>
        </p:nvSpPr>
        <p:spPr bwMode="gray">
          <a:xfrm>
            <a:off x="3215590" y="1225549"/>
            <a:ext cx="2712816" cy="3492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481CC3E1-657C-885A-CA56-4EBA34B3D258}"/>
              </a:ext>
            </a:extLst>
          </p:cNvPr>
          <p:cNvSpPr>
            <a:spLocks noGrp="1"/>
          </p:cNvSpPr>
          <p:nvPr>
            <p:ph sz="quarter" idx="32"/>
          </p:nvPr>
        </p:nvSpPr>
        <p:spPr bwMode="gray">
          <a:xfrm>
            <a:off x="6072406" y="1225549"/>
            <a:ext cx="2712816" cy="3492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1ABCE473-350D-F389-3E67-70935DCDABBA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324FBD1E-66C5-3389-79F0-04F435A4D8A2}"/>
              </a:ext>
            </a:extLst>
          </p:cNvPr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143C0B69-81BC-5E42-9C5C-E2AF31F79A58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114F488A-DD78-AF32-C7A5-FDBE6874DC6E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066189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36" userDrawn="1">
          <p15:clr>
            <a:srgbClr val="FBAE40"/>
          </p15:clr>
        </p15:guide>
        <p15:guide id="2" pos="2024" userDrawn="1">
          <p15:clr>
            <a:srgbClr val="FBAE40"/>
          </p15:clr>
        </p15:guide>
        <p15:guide id="3" pos="3736" userDrawn="1">
          <p15:clr>
            <a:srgbClr val="FBAE40"/>
          </p15:clr>
        </p15:guide>
        <p15:guide id="4" pos="382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x KPI-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hink-cell data - do not delete" hidden="1">
            <a:extLst>
              <a:ext uri="{FF2B5EF4-FFF2-40B4-BE49-F238E27FC236}">
                <a16:creationId xmlns:a16="http://schemas.microsoft.com/office/drawing/2014/main" id="{DC5B5BC4-39F0-B029-BA5B-F89D42C3E1F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47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2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5B5BC4-39F0-B029-BA5B-F89D42C3E1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Rechteck 31">
            <a:extLst>
              <a:ext uri="{FF2B5EF4-FFF2-40B4-BE49-F238E27FC236}">
                <a16:creationId xmlns:a16="http://schemas.microsoft.com/office/drawing/2014/main" id="{3158D571-3AEE-43D6-6B89-A15BF9F7738D}"/>
              </a:ext>
            </a:extLst>
          </p:cNvPr>
          <p:cNvSpPr/>
          <p:nvPr/>
        </p:nvSpPr>
        <p:spPr bwMode="gray">
          <a:xfrm>
            <a:off x="0" y="3192777"/>
            <a:ext cx="9144000" cy="152961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6236A87-DAAC-6B1F-0726-B9C90C7B2525}"/>
              </a:ext>
            </a:extLst>
          </p:cNvPr>
          <p:cNvSpPr/>
          <p:nvPr/>
        </p:nvSpPr>
        <p:spPr bwMode="gray">
          <a:xfrm>
            <a:off x="0" y="1182375"/>
            <a:ext cx="9144000" cy="152961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extplatzhalter 27">
            <a:extLst>
              <a:ext uri="{FF2B5EF4-FFF2-40B4-BE49-F238E27FC236}">
                <a16:creationId xmlns:a16="http://schemas.microsoft.com/office/drawing/2014/main" id="{7E7F8D25-7CA6-5388-B467-3719EB820E2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1300162" y="2711986"/>
            <a:ext cx="1438042" cy="480791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2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23" name="Inhaltsplatzhalter 26">
            <a:extLst>
              <a:ext uri="{FF2B5EF4-FFF2-40B4-BE49-F238E27FC236}">
                <a16:creationId xmlns:a16="http://schemas.microsoft.com/office/drawing/2014/main" id="{437F01CF-31F7-1C89-C83F-50CE9F955FEB}"/>
              </a:ext>
            </a:extLst>
          </p:cNvPr>
          <p:cNvSpPr>
            <a:spLocks noGrp="1"/>
          </p:cNvSpPr>
          <p:nvPr>
            <p:ph sz="quarter" idx="45" hasCustomPrompt="1"/>
          </p:nvPr>
        </p:nvSpPr>
        <p:spPr bwMode="gray">
          <a:xfrm>
            <a:off x="2782429" y="2711986"/>
            <a:ext cx="844754" cy="480791"/>
          </a:xfrm>
        </p:spPr>
        <p:txBody>
          <a:bodyPr/>
          <a:lstStyle>
            <a:lvl1pPr algn="ctr">
              <a:defRPr sz="7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 hinzufügen</a:t>
            </a:r>
          </a:p>
        </p:txBody>
      </p:sp>
      <p:sp>
        <p:nvSpPr>
          <p:cNvPr id="24" name="Textplatzhalter 27">
            <a:extLst>
              <a:ext uri="{FF2B5EF4-FFF2-40B4-BE49-F238E27FC236}">
                <a16:creationId xmlns:a16="http://schemas.microsoft.com/office/drawing/2014/main" id="{4D008425-DB5A-137A-0A93-B1814CFD02F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 bwMode="gray">
          <a:xfrm>
            <a:off x="3879182" y="2711986"/>
            <a:ext cx="1438042" cy="480791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2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25" name="Inhaltsplatzhalter 26">
            <a:extLst>
              <a:ext uri="{FF2B5EF4-FFF2-40B4-BE49-F238E27FC236}">
                <a16:creationId xmlns:a16="http://schemas.microsoft.com/office/drawing/2014/main" id="{4A03EEC4-5795-ABDE-81F2-B369B1EF9ED2}"/>
              </a:ext>
            </a:extLst>
          </p:cNvPr>
          <p:cNvSpPr>
            <a:spLocks noGrp="1"/>
          </p:cNvSpPr>
          <p:nvPr>
            <p:ph sz="quarter" idx="47" hasCustomPrompt="1"/>
          </p:nvPr>
        </p:nvSpPr>
        <p:spPr bwMode="gray">
          <a:xfrm>
            <a:off x="5361449" y="2711986"/>
            <a:ext cx="844754" cy="480791"/>
          </a:xfrm>
        </p:spPr>
        <p:txBody>
          <a:bodyPr/>
          <a:lstStyle>
            <a:lvl1pPr algn="ctr">
              <a:defRPr sz="7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 hinzufügen</a:t>
            </a:r>
          </a:p>
        </p:txBody>
      </p:sp>
      <p:sp>
        <p:nvSpPr>
          <p:cNvPr id="26" name="Textplatzhalter 27">
            <a:extLst>
              <a:ext uri="{FF2B5EF4-FFF2-40B4-BE49-F238E27FC236}">
                <a16:creationId xmlns:a16="http://schemas.microsoft.com/office/drawing/2014/main" id="{21E2AC11-17F2-14DF-E2EB-2682FEA33F6D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gray">
          <a:xfrm>
            <a:off x="6458202" y="2711986"/>
            <a:ext cx="1438042" cy="480791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2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28" name="Inhaltsplatzhalter 26">
            <a:extLst>
              <a:ext uri="{FF2B5EF4-FFF2-40B4-BE49-F238E27FC236}">
                <a16:creationId xmlns:a16="http://schemas.microsoft.com/office/drawing/2014/main" id="{A21A48A2-4AFA-A7FC-321D-095372898E62}"/>
              </a:ext>
            </a:extLst>
          </p:cNvPr>
          <p:cNvSpPr>
            <a:spLocks noGrp="1"/>
          </p:cNvSpPr>
          <p:nvPr>
            <p:ph sz="quarter" idx="49" hasCustomPrompt="1"/>
          </p:nvPr>
        </p:nvSpPr>
        <p:spPr bwMode="gray">
          <a:xfrm>
            <a:off x="7940470" y="2711986"/>
            <a:ext cx="844754" cy="480791"/>
          </a:xfrm>
        </p:spPr>
        <p:txBody>
          <a:bodyPr/>
          <a:lstStyle>
            <a:lvl1pPr algn="ctr">
              <a:defRPr sz="7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 hinzufügen</a:t>
            </a:r>
          </a:p>
        </p:txBody>
      </p:sp>
      <p:sp>
        <p:nvSpPr>
          <p:cNvPr id="29" name="Textplatzhalter 27">
            <a:extLst>
              <a:ext uri="{FF2B5EF4-FFF2-40B4-BE49-F238E27FC236}">
                <a16:creationId xmlns:a16="http://schemas.microsoft.com/office/drawing/2014/main" id="{1CCD5029-BBD2-E747-1397-7FB53DD6F59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gray">
          <a:xfrm>
            <a:off x="365124" y="1229150"/>
            <a:ext cx="885825" cy="1399636"/>
          </a:xfrm>
        </p:spPr>
        <p:txBody>
          <a:bodyPr anchor="ctr"/>
          <a:lstStyle>
            <a:lvl1pPr algn="l">
              <a:spcAft>
                <a:spcPts val="0"/>
              </a:spcAft>
              <a:defRPr sz="12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30" name="Textplatzhalter 27">
            <a:extLst>
              <a:ext uri="{FF2B5EF4-FFF2-40B4-BE49-F238E27FC236}">
                <a16:creationId xmlns:a16="http://schemas.microsoft.com/office/drawing/2014/main" id="{B1E33756-F04A-0C40-A982-62CEF7ED17B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gray">
          <a:xfrm>
            <a:off x="365124" y="3253563"/>
            <a:ext cx="885825" cy="1403850"/>
          </a:xfrm>
        </p:spPr>
        <p:txBody>
          <a:bodyPr anchor="ctr"/>
          <a:lstStyle>
            <a:lvl1pPr algn="l">
              <a:spcAft>
                <a:spcPts val="0"/>
              </a:spcAft>
              <a:defRPr sz="12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Überschrift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0D181905-0C5B-E7DD-0D9D-7E7FE685506A}"/>
              </a:ext>
            </a:extLst>
          </p:cNvPr>
          <p:cNvCxnSpPr/>
          <p:nvPr/>
        </p:nvCxnSpPr>
        <p:spPr bwMode="gray">
          <a:xfrm>
            <a:off x="3834959" y="1229150"/>
            <a:ext cx="0" cy="3433169"/>
          </a:xfrm>
          <a:prstGeom prst="line">
            <a:avLst/>
          </a:prstGeom>
          <a:ln w="28575">
            <a:solidFill>
              <a:srgbClr val="A8A8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1A118A07-1948-8453-3FF3-73D455B3C356}"/>
              </a:ext>
            </a:extLst>
          </p:cNvPr>
          <p:cNvCxnSpPr/>
          <p:nvPr/>
        </p:nvCxnSpPr>
        <p:spPr bwMode="gray">
          <a:xfrm>
            <a:off x="6413979" y="1229150"/>
            <a:ext cx="0" cy="3433169"/>
          </a:xfrm>
          <a:prstGeom prst="line">
            <a:avLst/>
          </a:prstGeom>
          <a:ln w="28575">
            <a:solidFill>
              <a:srgbClr val="A8A8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Diagrammplatzhalter 37">
            <a:extLst>
              <a:ext uri="{FF2B5EF4-FFF2-40B4-BE49-F238E27FC236}">
                <a16:creationId xmlns:a16="http://schemas.microsoft.com/office/drawing/2014/main" id="{0D234E57-F7D1-429C-FC27-47B9C258E664}"/>
              </a:ext>
            </a:extLst>
          </p:cNvPr>
          <p:cNvSpPr>
            <a:spLocks noGrp="1"/>
          </p:cNvSpPr>
          <p:nvPr>
            <p:ph type="chart" sz="quarter" idx="52" hasCustomPrompt="1"/>
          </p:nvPr>
        </p:nvSpPr>
        <p:spPr bwMode="gray">
          <a:xfrm>
            <a:off x="1300163" y="1229150"/>
            <a:ext cx="2327020" cy="1408756"/>
          </a:xfrm>
        </p:spPr>
        <p:txBody>
          <a:bodyPr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39" name="Diagrammplatzhalter 37">
            <a:extLst>
              <a:ext uri="{FF2B5EF4-FFF2-40B4-BE49-F238E27FC236}">
                <a16:creationId xmlns:a16="http://schemas.microsoft.com/office/drawing/2014/main" id="{1C68EBE4-3A67-ED28-439D-C3C62D3F3445}"/>
              </a:ext>
            </a:extLst>
          </p:cNvPr>
          <p:cNvSpPr>
            <a:spLocks noGrp="1"/>
          </p:cNvSpPr>
          <p:nvPr>
            <p:ph type="chart" sz="quarter" idx="53" hasCustomPrompt="1"/>
          </p:nvPr>
        </p:nvSpPr>
        <p:spPr bwMode="gray">
          <a:xfrm>
            <a:off x="3879183" y="1229150"/>
            <a:ext cx="2327020" cy="1408756"/>
          </a:xfrm>
        </p:spPr>
        <p:txBody>
          <a:bodyPr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40" name="Diagrammplatzhalter 37">
            <a:extLst>
              <a:ext uri="{FF2B5EF4-FFF2-40B4-BE49-F238E27FC236}">
                <a16:creationId xmlns:a16="http://schemas.microsoft.com/office/drawing/2014/main" id="{41DFE23A-53F6-4AFD-C02A-7B6D379E5012}"/>
              </a:ext>
            </a:extLst>
          </p:cNvPr>
          <p:cNvSpPr>
            <a:spLocks noGrp="1"/>
          </p:cNvSpPr>
          <p:nvPr>
            <p:ph type="chart" sz="quarter" idx="54" hasCustomPrompt="1"/>
          </p:nvPr>
        </p:nvSpPr>
        <p:spPr bwMode="gray">
          <a:xfrm>
            <a:off x="6458203" y="1229150"/>
            <a:ext cx="2327020" cy="1408756"/>
          </a:xfrm>
        </p:spPr>
        <p:txBody>
          <a:bodyPr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41" name="Diagrammplatzhalter 37">
            <a:extLst>
              <a:ext uri="{FF2B5EF4-FFF2-40B4-BE49-F238E27FC236}">
                <a16:creationId xmlns:a16="http://schemas.microsoft.com/office/drawing/2014/main" id="{5A7CB7BE-A8A1-26D9-8749-8DF994A83483}"/>
              </a:ext>
            </a:extLst>
          </p:cNvPr>
          <p:cNvSpPr>
            <a:spLocks noGrp="1"/>
          </p:cNvSpPr>
          <p:nvPr>
            <p:ph type="chart" sz="quarter" idx="55" hasCustomPrompt="1"/>
          </p:nvPr>
        </p:nvSpPr>
        <p:spPr bwMode="gray">
          <a:xfrm>
            <a:off x="1300163" y="3253563"/>
            <a:ext cx="2327020" cy="1408756"/>
          </a:xfrm>
        </p:spPr>
        <p:txBody>
          <a:bodyPr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42" name="Diagrammplatzhalter 37">
            <a:extLst>
              <a:ext uri="{FF2B5EF4-FFF2-40B4-BE49-F238E27FC236}">
                <a16:creationId xmlns:a16="http://schemas.microsoft.com/office/drawing/2014/main" id="{EA1C01FD-EF9F-6D24-4CC0-A56B38B5CCAA}"/>
              </a:ext>
            </a:extLst>
          </p:cNvPr>
          <p:cNvSpPr>
            <a:spLocks noGrp="1"/>
          </p:cNvSpPr>
          <p:nvPr>
            <p:ph type="chart" sz="quarter" idx="56" hasCustomPrompt="1"/>
          </p:nvPr>
        </p:nvSpPr>
        <p:spPr bwMode="gray">
          <a:xfrm>
            <a:off x="3879183" y="3253563"/>
            <a:ext cx="2327020" cy="1408756"/>
          </a:xfrm>
        </p:spPr>
        <p:txBody>
          <a:bodyPr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43" name="Diagrammplatzhalter 37">
            <a:extLst>
              <a:ext uri="{FF2B5EF4-FFF2-40B4-BE49-F238E27FC236}">
                <a16:creationId xmlns:a16="http://schemas.microsoft.com/office/drawing/2014/main" id="{69A8642F-71E5-CF6A-D91E-F13BA7403D26}"/>
              </a:ext>
            </a:extLst>
          </p:cNvPr>
          <p:cNvSpPr>
            <a:spLocks noGrp="1"/>
          </p:cNvSpPr>
          <p:nvPr>
            <p:ph type="chart" sz="quarter" idx="57" hasCustomPrompt="1"/>
          </p:nvPr>
        </p:nvSpPr>
        <p:spPr bwMode="gray">
          <a:xfrm>
            <a:off x="6458203" y="3253563"/>
            <a:ext cx="2327020" cy="1408756"/>
          </a:xfrm>
        </p:spPr>
        <p:txBody>
          <a:bodyPr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99FB5612-EB27-0A4E-D645-2B41E5D5B061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3BDFEFC-20C3-A1CC-433D-77088830B8A5}"/>
              </a:ext>
            </a:extLst>
          </p:cNvPr>
          <p:cNvSpPr>
            <a:spLocks noGrp="1"/>
          </p:cNvSpPr>
          <p:nvPr>
            <p:ph type="dt" sz="half" idx="58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F236C16-102E-419A-0F49-71A9073F4CAE}"/>
              </a:ext>
            </a:extLst>
          </p:cNvPr>
          <p:cNvSpPr>
            <a:spLocks noGrp="1"/>
          </p:cNvSpPr>
          <p:nvPr>
            <p:ph type="ftr" sz="quarter" idx="59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AF74EC1-5ADC-D180-C85A-D1C4C46EC64F}"/>
              </a:ext>
            </a:extLst>
          </p:cNvPr>
          <p:cNvSpPr>
            <a:spLocks noGrp="1"/>
          </p:cNvSpPr>
          <p:nvPr>
            <p:ph type="sldNum" sz="quarter" idx="60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747735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x KPI-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hink-cell data - do not delete" hidden="1">
            <a:extLst>
              <a:ext uri="{FF2B5EF4-FFF2-40B4-BE49-F238E27FC236}">
                <a16:creationId xmlns:a16="http://schemas.microsoft.com/office/drawing/2014/main" id="{DC5B5BC4-39F0-B029-BA5B-F89D42C3E1F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3969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2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5B5BC4-39F0-B029-BA5B-F89D42C3E1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Rechteck 30">
            <a:extLst>
              <a:ext uri="{FF2B5EF4-FFF2-40B4-BE49-F238E27FC236}">
                <a16:creationId xmlns:a16="http://schemas.microsoft.com/office/drawing/2014/main" id="{36236A87-DAAC-6B1F-0726-B9C90C7B2525}"/>
              </a:ext>
            </a:extLst>
          </p:cNvPr>
          <p:cNvSpPr/>
          <p:nvPr/>
        </p:nvSpPr>
        <p:spPr bwMode="gray">
          <a:xfrm>
            <a:off x="0" y="1286711"/>
            <a:ext cx="9144000" cy="160751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158D571-3AEE-43D6-6B89-A15BF9F7738D}"/>
              </a:ext>
            </a:extLst>
          </p:cNvPr>
          <p:cNvSpPr/>
          <p:nvPr/>
        </p:nvSpPr>
        <p:spPr bwMode="gray">
          <a:xfrm>
            <a:off x="0" y="3116138"/>
            <a:ext cx="9144000" cy="160751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Textplatzhalter 27">
            <a:extLst>
              <a:ext uri="{FF2B5EF4-FFF2-40B4-BE49-F238E27FC236}">
                <a16:creationId xmlns:a16="http://schemas.microsoft.com/office/drawing/2014/main" id="{1CCD5029-BBD2-E747-1397-7FB53DD6F59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gray">
          <a:xfrm>
            <a:off x="368301" y="1712736"/>
            <a:ext cx="723823" cy="1101150"/>
          </a:xfrm>
        </p:spPr>
        <p:txBody>
          <a:bodyPr anchor="ctr"/>
          <a:lstStyle>
            <a:lvl1pPr algn="r">
              <a:spcAft>
                <a:spcPts val="0"/>
              </a:spcAft>
              <a:defRPr sz="10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30" name="Textplatzhalter 27">
            <a:extLst>
              <a:ext uri="{FF2B5EF4-FFF2-40B4-BE49-F238E27FC236}">
                <a16:creationId xmlns:a16="http://schemas.microsoft.com/office/drawing/2014/main" id="{B1E33756-F04A-0C40-A982-62CEF7ED17B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gray">
          <a:xfrm>
            <a:off x="368301" y="3538988"/>
            <a:ext cx="723823" cy="1098838"/>
          </a:xfrm>
        </p:spPr>
        <p:txBody>
          <a:bodyPr anchor="ctr"/>
          <a:lstStyle>
            <a:lvl1pPr algn="r">
              <a:spcAft>
                <a:spcPts val="0"/>
              </a:spcAft>
              <a:defRPr sz="10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48" name="Freihandform: Form 47">
            <a:extLst>
              <a:ext uri="{FF2B5EF4-FFF2-40B4-BE49-F238E27FC236}">
                <a16:creationId xmlns:a16="http://schemas.microsoft.com/office/drawing/2014/main" id="{35EDDBA4-4028-57FD-2EB7-186E100EAF8C}"/>
              </a:ext>
            </a:extLst>
          </p:cNvPr>
          <p:cNvSpPr/>
          <p:nvPr/>
        </p:nvSpPr>
        <p:spPr bwMode="gray">
          <a:xfrm>
            <a:off x="1727127" y="1287450"/>
            <a:ext cx="1241976" cy="1606772"/>
          </a:xfrm>
          <a:custGeom>
            <a:avLst/>
            <a:gdLst>
              <a:gd name="connsiteX0" fmla="*/ 0 w 1381125"/>
              <a:gd name="connsiteY0" fmla="*/ 0 h 1470025"/>
              <a:gd name="connsiteX1" fmla="*/ 1381125 w 1381125"/>
              <a:gd name="connsiteY1" fmla="*/ 0 h 1470025"/>
              <a:gd name="connsiteX2" fmla="*/ 1381125 w 1381125"/>
              <a:gd name="connsiteY2" fmla="*/ 1470025 h 147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1125" h="1470025">
                <a:moveTo>
                  <a:pt x="0" y="0"/>
                </a:moveTo>
                <a:lnTo>
                  <a:pt x="1381125" y="0"/>
                </a:lnTo>
                <a:lnTo>
                  <a:pt x="1381125" y="1470025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BD385E2F-4CA8-7DE2-EBF5-42756163F741}"/>
              </a:ext>
            </a:extLst>
          </p:cNvPr>
          <p:cNvSpPr/>
          <p:nvPr/>
        </p:nvSpPr>
        <p:spPr bwMode="gray">
          <a:xfrm>
            <a:off x="3659474" y="1287450"/>
            <a:ext cx="1241976" cy="1606772"/>
          </a:xfrm>
          <a:custGeom>
            <a:avLst/>
            <a:gdLst>
              <a:gd name="connsiteX0" fmla="*/ 0 w 1381125"/>
              <a:gd name="connsiteY0" fmla="*/ 0 h 1470025"/>
              <a:gd name="connsiteX1" fmla="*/ 1381125 w 1381125"/>
              <a:gd name="connsiteY1" fmla="*/ 0 h 1470025"/>
              <a:gd name="connsiteX2" fmla="*/ 1381125 w 1381125"/>
              <a:gd name="connsiteY2" fmla="*/ 1470025 h 147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1125" h="1470025">
                <a:moveTo>
                  <a:pt x="0" y="0"/>
                </a:moveTo>
                <a:lnTo>
                  <a:pt x="1381125" y="0"/>
                </a:lnTo>
                <a:lnTo>
                  <a:pt x="1381125" y="1470025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A299873C-B9F7-F1C8-CDAA-8BB8186DB9EA}"/>
              </a:ext>
            </a:extLst>
          </p:cNvPr>
          <p:cNvSpPr/>
          <p:nvPr/>
        </p:nvSpPr>
        <p:spPr bwMode="gray">
          <a:xfrm>
            <a:off x="5591821" y="1287450"/>
            <a:ext cx="1241976" cy="1606772"/>
          </a:xfrm>
          <a:custGeom>
            <a:avLst/>
            <a:gdLst>
              <a:gd name="connsiteX0" fmla="*/ 0 w 1381125"/>
              <a:gd name="connsiteY0" fmla="*/ 0 h 1470025"/>
              <a:gd name="connsiteX1" fmla="*/ 1381125 w 1381125"/>
              <a:gd name="connsiteY1" fmla="*/ 0 h 1470025"/>
              <a:gd name="connsiteX2" fmla="*/ 1381125 w 1381125"/>
              <a:gd name="connsiteY2" fmla="*/ 1470025 h 147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1125" h="1470025">
                <a:moveTo>
                  <a:pt x="0" y="0"/>
                </a:moveTo>
                <a:lnTo>
                  <a:pt x="1381125" y="0"/>
                </a:lnTo>
                <a:lnTo>
                  <a:pt x="1381125" y="1470025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1" name="Freihandform: Form 50">
            <a:extLst>
              <a:ext uri="{FF2B5EF4-FFF2-40B4-BE49-F238E27FC236}">
                <a16:creationId xmlns:a16="http://schemas.microsoft.com/office/drawing/2014/main" id="{F2D9C93B-F138-76F6-5E36-6E61B0CE7226}"/>
              </a:ext>
            </a:extLst>
          </p:cNvPr>
          <p:cNvSpPr/>
          <p:nvPr/>
        </p:nvSpPr>
        <p:spPr bwMode="gray">
          <a:xfrm>
            <a:off x="7524167" y="1287450"/>
            <a:ext cx="1261057" cy="1606772"/>
          </a:xfrm>
          <a:custGeom>
            <a:avLst/>
            <a:gdLst>
              <a:gd name="connsiteX0" fmla="*/ 0 w 1381125"/>
              <a:gd name="connsiteY0" fmla="*/ 0 h 1470025"/>
              <a:gd name="connsiteX1" fmla="*/ 1381125 w 1381125"/>
              <a:gd name="connsiteY1" fmla="*/ 0 h 1470025"/>
              <a:gd name="connsiteX2" fmla="*/ 1381125 w 1381125"/>
              <a:gd name="connsiteY2" fmla="*/ 1470025 h 147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1125" h="1470025">
                <a:moveTo>
                  <a:pt x="0" y="0"/>
                </a:moveTo>
                <a:lnTo>
                  <a:pt x="1381125" y="0"/>
                </a:lnTo>
                <a:lnTo>
                  <a:pt x="1381125" y="1470025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4" name="Freihandform: Form 63">
            <a:extLst>
              <a:ext uri="{FF2B5EF4-FFF2-40B4-BE49-F238E27FC236}">
                <a16:creationId xmlns:a16="http://schemas.microsoft.com/office/drawing/2014/main" id="{7C69E531-323D-4EB9-F976-69D361AD11B7}"/>
              </a:ext>
            </a:extLst>
          </p:cNvPr>
          <p:cNvSpPr/>
          <p:nvPr/>
        </p:nvSpPr>
        <p:spPr bwMode="gray">
          <a:xfrm>
            <a:off x="1727127" y="3113702"/>
            <a:ext cx="1241976" cy="1606772"/>
          </a:xfrm>
          <a:custGeom>
            <a:avLst/>
            <a:gdLst>
              <a:gd name="connsiteX0" fmla="*/ 0 w 1381125"/>
              <a:gd name="connsiteY0" fmla="*/ 0 h 1470025"/>
              <a:gd name="connsiteX1" fmla="*/ 1381125 w 1381125"/>
              <a:gd name="connsiteY1" fmla="*/ 0 h 1470025"/>
              <a:gd name="connsiteX2" fmla="*/ 1381125 w 1381125"/>
              <a:gd name="connsiteY2" fmla="*/ 1470025 h 147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1125" h="1470025">
                <a:moveTo>
                  <a:pt x="0" y="0"/>
                </a:moveTo>
                <a:lnTo>
                  <a:pt x="1381125" y="0"/>
                </a:lnTo>
                <a:lnTo>
                  <a:pt x="1381125" y="1470025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5" name="Freihandform: Form 64">
            <a:extLst>
              <a:ext uri="{FF2B5EF4-FFF2-40B4-BE49-F238E27FC236}">
                <a16:creationId xmlns:a16="http://schemas.microsoft.com/office/drawing/2014/main" id="{203EDBC4-3FC0-5BE5-31AC-D0FBD0BECF45}"/>
              </a:ext>
            </a:extLst>
          </p:cNvPr>
          <p:cNvSpPr/>
          <p:nvPr/>
        </p:nvSpPr>
        <p:spPr bwMode="gray">
          <a:xfrm>
            <a:off x="3659474" y="3113702"/>
            <a:ext cx="1241976" cy="1606772"/>
          </a:xfrm>
          <a:custGeom>
            <a:avLst/>
            <a:gdLst>
              <a:gd name="connsiteX0" fmla="*/ 0 w 1381125"/>
              <a:gd name="connsiteY0" fmla="*/ 0 h 1470025"/>
              <a:gd name="connsiteX1" fmla="*/ 1381125 w 1381125"/>
              <a:gd name="connsiteY1" fmla="*/ 0 h 1470025"/>
              <a:gd name="connsiteX2" fmla="*/ 1381125 w 1381125"/>
              <a:gd name="connsiteY2" fmla="*/ 1470025 h 147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1125" h="1470025">
                <a:moveTo>
                  <a:pt x="0" y="0"/>
                </a:moveTo>
                <a:lnTo>
                  <a:pt x="1381125" y="0"/>
                </a:lnTo>
                <a:lnTo>
                  <a:pt x="1381125" y="1470025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6" name="Freihandform: Form 65">
            <a:extLst>
              <a:ext uri="{FF2B5EF4-FFF2-40B4-BE49-F238E27FC236}">
                <a16:creationId xmlns:a16="http://schemas.microsoft.com/office/drawing/2014/main" id="{7563354E-D448-8277-893E-D3D3A3EDA8BB}"/>
              </a:ext>
            </a:extLst>
          </p:cNvPr>
          <p:cNvSpPr/>
          <p:nvPr/>
        </p:nvSpPr>
        <p:spPr bwMode="gray">
          <a:xfrm>
            <a:off x="5591821" y="3113702"/>
            <a:ext cx="1241976" cy="1606772"/>
          </a:xfrm>
          <a:custGeom>
            <a:avLst/>
            <a:gdLst>
              <a:gd name="connsiteX0" fmla="*/ 0 w 1381125"/>
              <a:gd name="connsiteY0" fmla="*/ 0 h 1470025"/>
              <a:gd name="connsiteX1" fmla="*/ 1381125 w 1381125"/>
              <a:gd name="connsiteY1" fmla="*/ 0 h 1470025"/>
              <a:gd name="connsiteX2" fmla="*/ 1381125 w 1381125"/>
              <a:gd name="connsiteY2" fmla="*/ 1470025 h 147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1125" h="1470025">
                <a:moveTo>
                  <a:pt x="0" y="0"/>
                </a:moveTo>
                <a:lnTo>
                  <a:pt x="1381125" y="0"/>
                </a:lnTo>
                <a:lnTo>
                  <a:pt x="1381125" y="1470025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7" name="Freihandform: Form 66">
            <a:extLst>
              <a:ext uri="{FF2B5EF4-FFF2-40B4-BE49-F238E27FC236}">
                <a16:creationId xmlns:a16="http://schemas.microsoft.com/office/drawing/2014/main" id="{465D9ED0-3FF1-C390-4A7C-A0A88CCB2C21}"/>
              </a:ext>
            </a:extLst>
          </p:cNvPr>
          <p:cNvSpPr/>
          <p:nvPr/>
        </p:nvSpPr>
        <p:spPr bwMode="gray">
          <a:xfrm>
            <a:off x="7524167" y="3113702"/>
            <a:ext cx="1261057" cy="1606772"/>
          </a:xfrm>
          <a:custGeom>
            <a:avLst/>
            <a:gdLst>
              <a:gd name="connsiteX0" fmla="*/ 0 w 1381125"/>
              <a:gd name="connsiteY0" fmla="*/ 0 h 1470025"/>
              <a:gd name="connsiteX1" fmla="*/ 1381125 w 1381125"/>
              <a:gd name="connsiteY1" fmla="*/ 0 h 1470025"/>
              <a:gd name="connsiteX2" fmla="*/ 1381125 w 1381125"/>
              <a:gd name="connsiteY2" fmla="*/ 1470025 h 147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81125" h="1470025">
                <a:moveTo>
                  <a:pt x="0" y="0"/>
                </a:moveTo>
                <a:lnTo>
                  <a:pt x="1381125" y="0"/>
                </a:lnTo>
                <a:lnTo>
                  <a:pt x="1381125" y="1470025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D985A7EB-A475-0CD2-62C9-DBDFD10D9B0D}"/>
              </a:ext>
            </a:extLst>
          </p:cNvPr>
          <p:cNvSpPr/>
          <p:nvPr/>
        </p:nvSpPr>
        <p:spPr bwMode="gray">
          <a:xfrm>
            <a:off x="6971027" y="1115261"/>
            <a:ext cx="571500" cy="5715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7" name="Inhaltsplatzhalter 26">
            <a:extLst>
              <a:ext uri="{FF2B5EF4-FFF2-40B4-BE49-F238E27FC236}">
                <a16:creationId xmlns:a16="http://schemas.microsoft.com/office/drawing/2014/main" id="{72DF0269-7B01-7E9C-F2C1-A91AAABA7B6C}"/>
              </a:ext>
            </a:extLst>
          </p:cNvPr>
          <p:cNvSpPr>
            <a:spLocks noGrp="1"/>
          </p:cNvSpPr>
          <p:nvPr>
            <p:ph sz="quarter" idx="58" hasCustomPrompt="1"/>
          </p:nvPr>
        </p:nvSpPr>
        <p:spPr bwMode="gray">
          <a:xfrm>
            <a:off x="6896414" y="1176527"/>
            <a:ext cx="720726" cy="448968"/>
          </a:xfrm>
        </p:spPr>
        <p:txBody>
          <a:bodyPr wrap="none"/>
          <a:lstStyle>
            <a:lvl1pPr algn="ctr">
              <a:lnSpc>
                <a:spcPct val="80000"/>
              </a:lnSpc>
              <a:defRPr sz="8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13BE22E3-9D8F-B87C-F8E6-8362A358472C}"/>
              </a:ext>
            </a:extLst>
          </p:cNvPr>
          <p:cNvSpPr/>
          <p:nvPr/>
        </p:nvSpPr>
        <p:spPr bwMode="gray">
          <a:xfrm>
            <a:off x="5039246" y="1115261"/>
            <a:ext cx="571500" cy="5715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0" name="Inhaltsplatzhalter 26">
            <a:extLst>
              <a:ext uri="{FF2B5EF4-FFF2-40B4-BE49-F238E27FC236}">
                <a16:creationId xmlns:a16="http://schemas.microsoft.com/office/drawing/2014/main" id="{E3F64160-A886-FCD6-2454-A5549D238CB9}"/>
              </a:ext>
            </a:extLst>
          </p:cNvPr>
          <p:cNvSpPr>
            <a:spLocks noGrp="1"/>
          </p:cNvSpPr>
          <p:nvPr>
            <p:ph sz="quarter" idx="56" hasCustomPrompt="1"/>
          </p:nvPr>
        </p:nvSpPr>
        <p:spPr bwMode="gray">
          <a:xfrm>
            <a:off x="4964633" y="1176527"/>
            <a:ext cx="720726" cy="448968"/>
          </a:xfrm>
        </p:spPr>
        <p:txBody>
          <a:bodyPr wrap="none"/>
          <a:lstStyle>
            <a:lvl1pPr algn="ctr">
              <a:lnSpc>
                <a:spcPct val="80000"/>
              </a:lnSpc>
              <a:defRPr sz="8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FA222C93-2E16-4499-92A2-5FF04F8A1D55}"/>
              </a:ext>
            </a:extLst>
          </p:cNvPr>
          <p:cNvSpPr/>
          <p:nvPr/>
        </p:nvSpPr>
        <p:spPr bwMode="gray">
          <a:xfrm>
            <a:off x="3107466" y="1115261"/>
            <a:ext cx="571500" cy="5715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7" name="Inhaltsplatzhalter 26">
            <a:extLst>
              <a:ext uri="{FF2B5EF4-FFF2-40B4-BE49-F238E27FC236}">
                <a16:creationId xmlns:a16="http://schemas.microsoft.com/office/drawing/2014/main" id="{EDB09CA1-4D70-8A58-3582-66F05F50B65B}"/>
              </a:ext>
            </a:extLst>
          </p:cNvPr>
          <p:cNvSpPr>
            <a:spLocks noGrp="1"/>
          </p:cNvSpPr>
          <p:nvPr>
            <p:ph sz="quarter" idx="54" hasCustomPrompt="1"/>
          </p:nvPr>
        </p:nvSpPr>
        <p:spPr bwMode="gray">
          <a:xfrm>
            <a:off x="3032853" y="1176527"/>
            <a:ext cx="720726" cy="448968"/>
          </a:xfrm>
        </p:spPr>
        <p:txBody>
          <a:bodyPr wrap="none"/>
          <a:lstStyle>
            <a:lvl1pPr algn="ctr">
              <a:lnSpc>
                <a:spcPct val="80000"/>
              </a:lnSpc>
              <a:defRPr sz="8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83D29A2-40F9-B704-A733-EE6EECC20A8C}"/>
              </a:ext>
            </a:extLst>
          </p:cNvPr>
          <p:cNvSpPr/>
          <p:nvPr/>
        </p:nvSpPr>
        <p:spPr bwMode="gray">
          <a:xfrm>
            <a:off x="1175686" y="1115261"/>
            <a:ext cx="571500" cy="5715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" name="Inhaltsplatzhalter 26">
            <a:extLst>
              <a:ext uri="{FF2B5EF4-FFF2-40B4-BE49-F238E27FC236}">
                <a16:creationId xmlns:a16="http://schemas.microsoft.com/office/drawing/2014/main" id="{B0B12D08-EB52-46EE-B7DE-47DF13D36B5F}"/>
              </a:ext>
            </a:extLst>
          </p:cNvPr>
          <p:cNvSpPr>
            <a:spLocks noGrp="1"/>
          </p:cNvSpPr>
          <p:nvPr>
            <p:ph sz="quarter" idx="52" hasCustomPrompt="1"/>
          </p:nvPr>
        </p:nvSpPr>
        <p:spPr bwMode="gray">
          <a:xfrm>
            <a:off x="1101073" y="1176527"/>
            <a:ext cx="720726" cy="448968"/>
          </a:xfrm>
        </p:spPr>
        <p:txBody>
          <a:bodyPr wrap="none"/>
          <a:lstStyle>
            <a:lvl1pPr algn="ctr">
              <a:lnSpc>
                <a:spcPct val="80000"/>
              </a:lnSpc>
              <a:spcAft>
                <a:spcPts val="0"/>
              </a:spcAft>
              <a:defRPr sz="8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</a:t>
            </a:r>
          </a:p>
        </p:txBody>
      </p:sp>
      <p:sp>
        <p:nvSpPr>
          <p:cNvPr id="52" name="Ellipse 51">
            <a:extLst>
              <a:ext uri="{FF2B5EF4-FFF2-40B4-BE49-F238E27FC236}">
                <a16:creationId xmlns:a16="http://schemas.microsoft.com/office/drawing/2014/main" id="{BC11A2BC-3C05-50D6-3644-479A9E8CA4B9}"/>
              </a:ext>
            </a:extLst>
          </p:cNvPr>
          <p:cNvSpPr/>
          <p:nvPr/>
        </p:nvSpPr>
        <p:spPr bwMode="gray">
          <a:xfrm>
            <a:off x="1175686" y="2941513"/>
            <a:ext cx="571500" cy="5715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54" name="Inhaltsplatzhalter 26">
            <a:extLst>
              <a:ext uri="{FF2B5EF4-FFF2-40B4-BE49-F238E27FC236}">
                <a16:creationId xmlns:a16="http://schemas.microsoft.com/office/drawing/2014/main" id="{28DE8BA0-A538-0DD3-40FD-ECD62CAC1791}"/>
              </a:ext>
            </a:extLst>
          </p:cNvPr>
          <p:cNvSpPr>
            <a:spLocks noGrp="1"/>
          </p:cNvSpPr>
          <p:nvPr>
            <p:ph sz="quarter" idx="60" hasCustomPrompt="1"/>
          </p:nvPr>
        </p:nvSpPr>
        <p:spPr bwMode="gray">
          <a:xfrm>
            <a:off x="1101073" y="3002779"/>
            <a:ext cx="720726" cy="448968"/>
          </a:xfrm>
        </p:spPr>
        <p:txBody>
          <a:bodyPr wrap="none"/>
          <a:lstStyle>
            <a:lvl1pPr algn="ctr">
              <a:lnSpc>
                <a:spcPct val="80000"/>
              </a:lnSpc>
              <a:defRPr sz="8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</a:t>
            </a:r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8BEBFD26-7679-7FC5-68F1-07D2C9DB091A}"/>
              </a:ext>
            </a:extLst>
          </p:cNvPr>
          <p:cNvSpPr/>
          <p:nvPr/>
        </p:nvSpPr>
        <p:spPr bwMode="gray">
          <a:xfrm>
            <a:off x="3107466" y="2941513"/>
            <a:ext cx="571500" cy="5715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57" name="Inhaltsplatzhalter 26">
            <a:extLst>
              <a:ext uri="{FF2B5EF4-FFF2-40B4-BE49-F238E27FC236}">
                <a16:creationId xmlns:a16="http://schemas.microsoft.com/office/drawing/2014/main" id="{313BCB54-E74E-A9D9-DF24-6374996F5B09}"/>
              </a:ext>
            </a:extLst>
          </p:cNvPr>
          <p:cNvSpPr>
            <a:spLocks noGrp="1"/>
          </p:cNvSpPr>
          <p:nvPr>
            <p:ph sz="quarter" idx="62" hasCustomPrompt="1"/>
          </p:nvPr>
        </p:nvSpPr>
        <p:spPr bwMode="gray">
          <a:xfrm>
            <a:off x="3032853" y="3002779"/>
            <a:ext cx="720726" cy="448968"/>
          </a:xfrm>
        </p:spPr>
        <p:txBody>
          <a:bodyPr wrap="none"/>
          <a:lstStyle>
            <a:lvl1pPr algn="ctr">
              <a:lnSpc>
                <a:spcPct val="80000"/>
              </a:lnSpc>
              <a:defRPr sz="8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</a:t>
            </a:r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954B4342-C82A-60A7-32FA-A3C4551A9089}"/>
              </a:ext>
            </a:extLst>
          </p:cNvPr>
          <p:cNvSpPr/>
          <p:nvPr/>
        </p:nvSpPr>
        <p:spPr bwMode="gray">
          <a:xfrm>
            <a:off x="5039246" y="2941513"/>
            <a:ext cx="571500" cy="5715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0" name="Inhaltsplatzhalter 26">
            <a:extLst>
              <a:ext uri="{FF2B5EF4-FFF2-40B4-BE49-F238E27FC236}">
                <a16:creationId xmlns:a16="http://schemas.microsoft.com/office/drawing/2014/main" id="{61CC77D2-61FD-3A32-3BE6-E37BF888B6C0}"/>
              </a:ext>
            </a:extLst>
          </p:cNvPr>
          <p:cNvSpPr>
            <a:spLocks noGrp="1"/>
          </p:cNvSpPr>
          <p:nvPr>
            <p:ph sz="quarter" idx="64" hasCustomPrompt="1"/>
          </p:nvPr>
        </p:nvSpPr>
        <p:spPr bwMode="gray">
          <a:xfrm>
            <a:off x="4964633" y="3002779"/>
            <a:ext cx="720726" cy="448968"/>
          </a:xfrm>
        </p:spPr>
        <p:txBody>
          <a:bodyPr wrap="none"/>
          <a:lstStyle>
            <a:lvl1pPr algn="ctr">
              <a:lnSpc>
                <a:spcPct val="80000"/>
              </a:lnSpc>
              <a:defRPr sz="8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</a:t>
            </a: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9067E7A9-12C1-2B05-FC8D-F01C7382D0EB}"/>
              </a:ext>
            </a:extLst>
          </p:cNvPr>
          <p:cNvSpPr/>
          <p:nvPr/>
        </p:nvSpPr>
        <p:spPr bwMode="gray">
          <a:xfrm>
            <a:off x="6971027" y="2941513"/>
            <a:ext cx="571500" cy="5715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3" name="Inhaltsplatzhalter 26">
            <a:extLst>
              <a:ext uri="{FF2B5EF4-FFF2-40B4-BE49-F238E27FC236}">
                <a16:creationId xmlns:a16="http://schemas.microsoft.com/office/drawing/2014/main" id="{C3AE27E9-660F-37D8-F9A3-A3B45234840A}"/>
              </a:ext>
            </a:extLst>
          </p:cNvPr>
          <p:cNvSpPr>
            <a:spLocks noGrp="1"/>
          </p:cNvSpPr>
          <p:nvPr>
            <p:ph sz="quarter" idx="66" hasCustomPrompt="1"/>
          </p:nvPr>
        </p:nvSpPr>
        <p:spPr bwMode="gray">
          <a:xfrm>
            <a:off x="6896414" y="3002779"/>
            <a:ext cx="720726" cy="448968"/>
          </a:xfrm>
        </p:spPr>
        <p:txBody>
          <a:bodyPr wrap="none"/>
          <a:lstStyle>
            <a:lvl1pPr algn="ctr">
              <a:lnSpc>
                <a:spcPct val="80000"/>
              </a:lnSpc>
              <a:defRPr sz="8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Icon</a:t>
            </a:r>
          </a:p>
        </p:txBody>
      </p:sp>
      <p:sp>
        <p:nvSpPr>
          <p:cNvPr id="68" name="Textplatzhalter 27">
            <a:extLst>
              <a:ext uri="{FF2B5EF4-FFF2-40B4-BE49-F238E27FC236}">
                <a16:creationId xmlns:a16="http://schemas.microsoft.com/office/drawing/2014/main" id="{A8A0EEFC-CA4E-E329-0977-6C911C32460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1748010" y="1340686"/>
            <a:ext cx="1221093" cy="292273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0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69" name="Textplatzhalter 27">
            <a:extLst>
              <a:ext uri="{FF2B5EF4-FFF2-40B4-BE49-F238E27FC236}">
                <a16:creationId xmlns:a16="http://schemas.microsoft.com/office/drawing/2014/main" id="{03922635-E162-04E7-E5D2-A4FD526E674D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 bwMode="gray">
          <a:xfrm>
            <a:off x="3678965" y="1340686"/>
            <a:ext cx="1228845" cy="292273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0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70" name="Textplatzhalter 27">
            <a:extLst>
              <a:ext uri="{FF2B5EF4-FFF2-40B4-BE49-F238E27FC236}">
                <a16:creationId xmlns:a16="http://schemas.microsoft.com/office/drawing/2014/main" id="{212286A0-45DA-FA82-A3AE-BFF97ED5C7FA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 bwMode="gray">
          <a:xfrm>
            <a:off x="5617858" y="1340686"/>
            <a:ext cx="1228659" cy="292273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0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71" name="Textplatzhalter 27">
            <a:extLst>
              <a:ext uri="{FF2B5EF4-FFF2-40B4-BE49-F238E27FC236}">
                <a16:creationId xmlns:a16="http://schemas.microsoft.com/office/drawing/2014/main" id="{CC5A09B9-0FF5-6B28-5D37-399F95C3805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 bwMode="gray">
          <a:xfrm>
            <a:off x="1748010" y="3166144"/>
            <a:ext cx="1221093" cy="292273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0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72" name="Textplatzhalter 27">
            <a:extLst>
              <a:ext uri="{FF2B5EF4-FFF2-40B4-BE49-F238E27FC236}">
                <a16:creationId xmlns:a16="http://schemas.microsoft.com/office/drawing/2014/main" id="{B551C226-8897-43C0-9AF4-EEE3569B2C46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 bwMode="gray">
          <a:xfrm>
            <a:off x="3678965" y="3166144"/>
            <a:ext cx="1228845" cy="292273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0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73" name="Textplatzhalter 27">
            <a:extLst>
              <a:ext uri="{FF2B5EF4-FFF2-40B4-BE49-F238E27FC236}">
                <a16:creationId xmlns:a16="http://schemas.microsoft.com/office/drawing/2014/main" id="{5B37D5A6-88FD-B13C-B1E9-00C15446885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 bwMode="gray">
          <a:xfrm>
            <a:off x="5617858" y="3166144"/>
            <a:ext cx="1228659" cy="292273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0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74" name="Textplatzhalter 27">
            <a:extLst>
              <a:ext uri="{FF2B5EF4-FFF2-40B4-BE49-F238E27FC236}">
                <a16:creationId xmlns:a16="http://schemas.microsoft.com/office/drawing/2014/main" id="{EA92433A-3BD0-7D0B-5C2D-D4F556D279A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 bwMode="gray">
          <a:xfrm>
            <a:off x="7548086" y="1340686"/>
            <a:ext cx="1237139" cy="292273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0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75" name="Textplatzhalter 27">
            <a:extLst>
              <a:ext uri="{FF2B5EF4-FFF2-40B4-BE49-F238E27FC236}">
                <a16:creationId xmlns:a16="http://schemas.microsoft.com/office/drawing/2014/main" id="{C70D971A-91B0-1464-C997-A5172AD8E045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 bwMode="gray">
          <a:xfrm>
            <a:off x="7548086" y="3166144"/>
            <a:ext cx="1237140" cy="292273"/>
          </a:xfrm>
        </p:spPr>
        <p:txBody>
          <a:bodyPr lIns="90000" anchor="ctr"/>
          <a:lstStyle>
            <a:lvl1pPr algn="l">
              <a:spcAft>
                <a:spcPts val="0"/>
              </a:spcAft>
              <a:defRPr sz="10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0A0FC9E-ADBC-7659-0F7D-97FF33B59405}"/>
              </a:ext>
            </a:extLst>
          </p:cNvPr>
          <p:cNvCxnSpPr>
            <a:cxnSpLocks/>
          </p:cNvCxnSpPr>
          <p:nvPr/>
        </p:nvCxnSpPr>
        <p:spPr bwMode="gray">
          <a:xfrm>
            <a:off x="1175686" y="1710693"/>
            <a:ext cx="0" cy="1103193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714CEA1E-98E5-6AC0-AA3E-5CC7A4BF381C}"/>
              </a:ext>
            </a:extLst>
          </p:cNvPr>
          <p:cNvCxnSpPr>
            <a:cxnSpLocks/>
          </p:cNvCxnSpPr>
          <p:nvPr/>
        </p:nvCxnSpPr>
        <p:spPr bwMode="gray">
          <a:xfrm>
            <a:off x="1172511" y="3534633"/>
            <a:ext cx="0" cy="1103193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Diagrammplatzhalter 81">
            <a:extLst>
              <a:ext uri="{FF2B5EF4-FFF2-40B4-BE49-F238E27FC236}">
                <a16:creationId xmlns:a16="http://schemas.microsoft.com/office/drawing/2014/main" id="{0F461353-8A07-60A6-50C6-BCF9B1C0D675}"/>
              </a:ext>
            </a:extLst>
          </p:cNvPr>
          <p:cNvSpPr>
            <a:spLocks noGrp="1"/>
          </p:cNvSpPr>
          <p:nvPr>
            <p:ph type="chart" sz="quarter" idx="74" hasCustomPrompt="1"/>
          </p:nvPr>
        </p:nvSpPr>
        <p:spPr bwMode="gray">
          <a:xfrm>
            <a:off x="1351193" y="1659068"/>
            <a:ext cx="1582210" cy="1154818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83" name="Diagrammplatzhalter 81">
            <a:extLst>
              <a:ext uri="{FF2B5EF4-FFF2-40B4-BE49-F238E27FC236}">
                <a16:creationId xmlns:a16="http://schemas.microsoft.com/office/drawing/2014/main" id="{4FBC7AE9-BD5C-211A-09A8-3EB106CFDE8A}"/>
              </a:ext>
            </a:extLst>
          </p:cNvPr>
          <p:cNvSpPr>
            <a:spLocks noGrp="1"/>
          </p:cNvSpPr>
          <p:nvPr>
            <p:ph type="chart" sz="quarter" idx="75" hasCustomPrompt="1"/>
          </p:nvPr>
        </p:nvSpPr>
        <p:spPr bwMode="gray">
          <a:xfrm>
            <a:off x="3285349" y="1659068"/>
            <a:ext cx="1582210" cy="1154818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84" name="Diagrammplatzhalter 81">
            <a:extLst>
              <a:ext uri="{FF2B5EF4-FFF2-40B4-BE49-F238E27FC236}">
                <a16:creationId xmlns:a16="http://schemas.microsoft.com/office/drawing/2014/main" id="{63DDF905-8473-C44F-C6B1-9D4F8A9DBE69}"/>
              </a:ext>
            </a:extLst>
          </p:cNvPr>
          <p:cNvSpPr>
            <a:spLocks noGrp="1"/>
          </p:cNvSpPr>
          <p:nvPr>
            <p:ph type="chart" sz="quarter" idx="76" hasCustomPrompt="1"/>
          </p:nvPr>
        </p:nvSpPr>
        <p:spPr bwMode="gray">
          <a:xfrm>
            <a:off x="5217696" y="1659068"/>
            <a:ext cx="1582210" cy="1154818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85" name="Diagrammplatzhalter 81">
            <a:extLst>
              <a:ext uri="{FF2B5EF4-FFF2-40B4-BE49-F238E27FC236}">
                <a16:creationId xmlns:a16="http://schemas.microsoft.com/office/drawing/2014/main" id="{2BA584E4-84E1-CC22-2036-22AAA07F18E6}"/>
              </a:ext>
            </a:extLst>
          </p:cNvPr>
          <p:cNvSpPr>
            <a:spLocks noGrp="1"/>
          </p:cNvSpPr>
          <p:nvPr>
            <p:ph type="chart" sz="quarter" idx="77" hasCustomPrompt="1"/>
          </p:nvPr>
        </p:nvSpPr>
        <p:spPr bwMode="gray">
          <a:xfrm>
            <a:off x="7168696" y="1659068"/>
            <a:ext cx="1582210" cy="1154818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86" name="Diagrammplatzhalter 81">
            <a:extLst>
              <a:ext uri="{FF2B5EF4-FFF2-40B4-BE49-F238E27FC236}">
                <a16:creationId xmlns:a16="http://schemas.microsoft.com/office/drawing/2014/main" id="{25A31A24-79C8-6239-276A-00CEA03DC65D}"/>
              </a:ext>
            </a:extLst>
          </p:cNvPr>
          <p:cNvSpPr>
            <a:spLocks noGrp="1"/>
          </p:cNvSpPr>
          <p:nvPr>
            <p:ph type="chart" sz="quarter" idx="78" hasCustomPrompt="1"/>
          </p:nvPr>
        </p:nvSpPr>
        <p:spPr bwMode="gray">
          <a:xfrm>
            <a:off x="3285349" y="3483008"/>
            <a:ext cx="1582210" cy="1154818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87" name="Diagrammplatzhalter 81">
            <a:extLst>
              <a:ext uri="{FF2B5EF4-FFF2-40B4-BE49-F238E27FC236}">
                <a16:creationId xmlns:a16="http://schemas.microsoft.com/office/drawing/2014/main" id="{32C7991A-6190-4512-8F78-7989E6CA7350}"/>
              </a:ext>
            </a:extLst>
          </p:cNvPr>
          <p:cNvSpPr>
            <a:spLocks noGrp="1"/>
          </p:cNvSpPr>
          <p:nvPr>
            <p:ph type="chart" sz="quarter" idx="79" hasCustomPrompt="1"/>
          </p:nvPr>
        </p:nvSpPr>
        <p:spPr bwMode="gray">
          <a:xfrm>
            <a:off x="5217695" y="3483008"/>
            <a:ext cx="1582210" cy="1154818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88" name="Diagrammplatzhalter 81">
            <a:extLst>
              <a:ext uri="{FF2B5EF4-FFF2-40B4-BE49-F238E27FC236}">
                <a16:creationId xmlns:a16="http://schemas.microsoft.com/office/drawing/2014/main" id="{AD2AB2F8-2FEF-691A-0878-71F116BB83BD}"/>
              </a:ext>
            </a:extLst>
          </p:cNvPr>
          <p:cNvSpPr>
            <a:spLocks noGrp="1"/>
          </p:cNvSpPr>
          <p:nvPr>
            <p:ph type="chart" sz="quarter" idx="80" hasCustomPrompt="1"/>
          </p:nvPr>
        </p:nvSpPr>
        <p:spPr bwMode="gray">
          <a:xfrm>
            <a:off x="7168696" y="3483008"/>
            <a:ext cx="1582210" cy="1154818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89" name="Diagrammplatzhalter 81">
            <a:extLst>
              <a:ext uri="{FF2B5EF4-FFF2-40B4-BE49-F238E27FC236}">
                <a16:creationId xmlns:a16="http://schemas.microsoft.com/office/drawing/2014/main" id="{90125197-D5B2-374D-014E-9BC9C14B4F7E}"/>
              </a:ext>
            </a:extLst>
          </p:cNvPr>
          <p:cNvSpPr>
            <a:spLocks noGrp="1"/>
          </p:cNvSpPr>
          <p:nvPr>
            <p:ph type="chart" sz="quarter" idx="81" hasCustomPrompt="1"/>
          </p:nvPr>
        </p:nvSpPr>
        <p:spPr bwMode="gray">
          <a:xfrm>
            <a:off x="1351193" y="3483008"/>
            <a:ext cx="1582210" cy="1154818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3C8C5B4-404F-9208-F8B6-4FCCFD725954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342EF15-4361-DDD3-FEEC-4FFD6CD3ECAE}"/>
              </a:ext>
            </a:extLst>
          </p:cNvPr>
          <p:cNvSpPr>
            <a:spLocks noGrp="1"/>
          </p:cNvSpPr>
          <p:nvPr>
            <p:ph type="dt" sz="half" idx="82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6F6F7F2C-A5FD-1F11-0ADC-6C8446575422}"/>
              </a:ext>
            </a:extLst>
          </p:cNvPr>
          <p:cNvSpPr>
            <a:spLocks noGrp="1"/>
          </p:cNvSpPr>
          <p:nvPr>
            <p:ph type="ftr" sz="quarter" idx="83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C733107-8299-C6E0-1E96-EC88405B3868}"/>
              </a:ext>
            </a:extLst>
          </p:cNvPr>
          <p:cNvSpPr>
            <a:spLocks noGrp="1"/>
          </p:cNvSpPr>
          <p:nvPr>
            <p:ph type="sldNum" sz="quarter" idx="84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10779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x KPI-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hink-cell data - do not delete" hidden="1">
            <a:extLst>
              <a:ext uri="{FF2B5EF4-FFF2-40B4-BE49-F238E27FC236}">
                <a16:creationId xmlns:a16="http://schemas.microsoft.com/office/drawing/2014/main" id="{DC5B5BC4-39F0-B029-BA5B-F89D42C3E1F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822577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2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5B5BC4-39F0-B029-BA5B-F89D42C3E1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8" name="Textplatzhalter 27">
            <a:extLst>
              <a:ext uri="{FF2B5EF4-FFF2-40B4-BE49-F238E27FC236}">
                <a16:creationId xmlns:a16="http://schemas.microsoft.com/office/drawing/2014/main" id="{A8A0EEFC-CA4E-E329-0977-6C911C32460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358775" y="1908880"/>
            <a:ext cx="1917612" cy="446052"/>
          </a:xfrm>
        </p:spPr>
        <p:txBody>
          <a:bodyPr lIns="0" anchor="ctr"/>
          <a:lstStyle>
            <a:lvl1pPr algn="ctr">
              <a:spcAft>
                <a:spcPts val="0"/>
              </a:spcAft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5" name="Textplatzhalter 27">
            <a:extLst>
              <a:ext uri="{FF2B5EF4-FFF2-40B4-BE49-F238E27FC236}">
                <a16:creationId xmlns:a16="http://schemas.microsoft.com/office/drawing/2014/main" id="{85809D0A-5D6D-ACE0-BD35-9E63F2ACCB0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 bwMode="gray">
          <a:xfrm>
            <a:off x="2528387" y="1908880"/>
            <a:ext cx="1917612" cy="446052"/>
          </a:xfrm>
        </p:spPr>
        <p:txBody>
          <a:bodyPr lIns="0" anchor="ctr"/>
          <a:lstStyle>
            <a:lvl1pPr algn="ctr">
              <a:spcAft>
                <a:spcPts val="0"/>
              </a:spcAft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7" name="Textplatzhalter 27">
            <a:extLst>
              <a:ext uri="{FF2B5EF4-FFF2-40B4-BE49-F238E27FC236}">
                <a16:creationId xmlns:a16="http://schemas.microsoft.com/office/drawing/2014/main" id="{B5B2981E-AD02-353C-86C1-88583BFA0262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 bwMode="gray">
          <a:xfrm>
            <a:off x="4697999" y="1908880"/>
            <a:ext cx="1917612" cy="446052"/>
          </a:xfrm>
        </p:spPr>
        <p:txBody>
          <a:bodyPr lIns="0" anchor="ctr"/>
          <a:lstStyle>
            <a:lvl1pPr algn="ctr">
              <a:spcAft>
                <a:spcPts val="0"/>
              </a:spcAft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9" name="Textplatzhalter 27">
            <a:extLst>
              <a:ext uri="{FF2B5EF4-FFF2-40B4-BE49-F238E27FC236}">
                <a16:creationId xmlns:a16="http://schemas.microsoft.com/office/drawing/2014/main" id="{61286546-0450-5782-535B-68B1017126A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 bwMode="gray">
          <a:xfrm>
            <a:off x="6867611" y="1908880"/>
            <a:ext cx="1917612" cy="446052"/>
          </a:xfrm>
        </p:spPr>
        <p:txBody>
          <a:bodyPr lIns="0" anchor="ctr"/>
          <a:lstStyle>
            <a:lvl1pPr algn="ctr">
              <a:spcAft>
                <a:spcPts val="0"/>
              </a:spcAft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</a:t>
            </a:r>
          </a:p>
        </p:txBody>
      </p:sp>
      <p:sp>
        <p:nvSpPr>
          <p:cNvPr id="10" name="Textplatzhalter 27">
            <a:extLst>
              <a:ext uri="{FF2B5EF4-FFF2-40B4-BE49-F238E27FC236}">
                <a16:creationId xmlns:a16="http://schemas.microsoft.com/office/drawing/2014/main" id="{BD16F039-5A61-0B41-D69D-E6868A0586A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 bwMode="gray">
          <a:xfrm>
            <a:off x="735511" y="2410178"/>
            <a:ext cx="1164140" cy="446052"/>
          </a:xfrm>
          <a:prstGeom prst="ellipse">
            <a:avLst/>
          </a:prstGeom>
          <a:ln w="12700">
            <a:solidFill>
              <a:schemeClr val="tx1"/>
            </a:solidFill>
          </a:ln>
        </p:spPr>
        <p:txBody>
          <a:bodyPr wrap="none" lIns="0" anchor="ctr"/>
          <a:lstStyle>
            <a:lvl1pPr algn="ctr">
              <a:spcAft>
                <a:spcPts val="0"/>
              </a:spcAft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Fulfillment in %</a:t>
            </a:r>
          </a:p>
        </p:txBody>
      </p:sp>
      <p:sp>
        <p:nvSpPr>
          <p:cNvPr id="14" name="Textplatzhalter 27">
            <a:extLst>
              <a:ext uri="{FF2B5EF4-FFF2-40B4-BE49-F238E27FC236}">
                <a16:creationId xmlns:a16="http://schemas.microsoft.com/office/drawing/2014/main" id="{70675B6C-14E0-4DED-31D8-80FCE9D25E0A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 bwMode="gray">
          <a:xfrm>
            <a:off x="2905123" y="2410178"/>
            <a:ext cx="1164140" cy="446052"/>
          </a:xfrm>
          <a:prstGeom prst="ellipse">
            <a:avLst/>
          </a:prstGeom>
          <a:ln w="12700">
            <a:solidFill>
              <a:schemeClr val="tx1"/>
            </a:solidFill>
          </a:ln>
        </p:spPr>
        <p:txBody>
          <a:bodyPr wrap="none" lIns="0" anchor="ctr"/>
          <a:lstStyle>
            <a:lvl1pPr algn="ctr">
              <a:spcAft>
                <a:spcPts val="0"/>
              </a:spcAft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Fulfillment in %</a:t>
            </a:r>
          </a:p>
        </p:txBody>
      </p:sp>
      <p:sp>
        <p:nvSpPr>
          <p:cNvPr id="15" name="Textplatzhalter 27">
            <a:extLst>
              <a:ext uri="{FF2B5EF4-FFF2-40B4-BE49-F238E27FC236}">
                <a16:creationId xmlns:a16="http://schemas.microsoft.com/office/drawing/2014/main" id="{CA8095EB-75F5-0E76-A61D-DFDB4BDB5E06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 bwMode="gray">
          <a:xfrm>
            <a:off x="5074735" y="2410178"/>
            <a:ext cx="1164140" cy="446052"/>
          </a:xfrm>
          <a:prstGeom prst="ellipse">
            <a:avLst/>
          </a:prstGeom>
          <a:ln w="12700">
            <a:solidFill>
              <a:schemeClr val="tx1"/>
            </a:solidFill>
          </a:ln>
        </p:spPr>
        <p:txBody>
          <a:bodyPr wrap="none" lIns="0" anchor="ctr"/>
          <a:lstStyle>
            <a:lvl1pPr algn="ctr">
              <a:spcAft>
                <a:spcPts val="0"/>
              </a:spcAft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Fulfillment in %</a:t>
            </a:r>
          </a:p>
        </p:txBody>
      </p:sp>
      <p:sp>
        <p:nvSpPr>
          <p:cNvPr id="17" name="Textplatzhalter 27">
            <a:extLst>
              <a:ext uri="{FF2B5EF4-FFF2-40B4-BE49-F238E27FC236}">
                <a16:creationId xmlns:a16="http://schemas.microsoft.com/office/drawing/2014/main" id="{90CED3FA-87C9-D357-7A00-32048D52644F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 bwMode="gray">
          <a:xfrm>
            <a:off x="7244347" y="2410178"/>
            <a:ext cx="1164140" cy="446052"/>
          </a:xfrm>
          <a:prstGeom prst="ellipse">
            <a:avLst/>
          </a:prstGeom>
          <a:ln w="12700">
            <a:solidFill>
              <a:schemeClr val="tx1"/>
            </a:solidFill>
          </a:ln>
        </p:spPr>
        <p:txBody>
          <a:bodyPr wrap="none" lIns="0" anchor="ctr"/>
          <a:lstStyle>
            <a:lvl1pPr algn="ctr">
              <a:spcAft>
                <a:spcPts val="0"/>
              </a:spcAft>
              <a:defRPr sz="1200">
                <a:latin typeface="Wuerth Bold" panose="020B0802020204020204" pitchFamily="34" charset="0"/>
              </a:defRPr>
            </a:lvl1pPr>
          </a:lstStyle>
          <a:p>
            <a:pPr marL="0" marR="0" lvl="0" indent="0" algn="ctr" defTabSz="685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Fulfillment in %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8E14923-777A-CF5B-B1DD-C4D0FAD29D8B}"/>
              </a:ext>
            </a:extLst>
          </p:cNvPr>
          <p:cNvCxnSpPr/>
          <p:nvPr/>
        </p:nvCxnSpPr>
        <p:spPr bwMode="gray">
          <a:xfrm>
            <a:off x="2402387" y="1225550"/>
            <a:ext cx="0" cy="3496724"/>
          </a:xfrm>
          <a:prstGeom prst="line">
            <a:avLst/>
          </a:prstGeom>
          <a:ln w="28575">
            <a:solidFill>
              <a:srgbClr val="A8A8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123BF04-3490-E76F-7EF8-94E59ACA750A}"/>
              </a:ext>
            </a:extLst>
          </p:cNvPr>
          <p:cNvCxnSpPr>
            <a:cxnSpLocks/>
          </p:cNvCxnSpPr>
          <p:nvPr/>
        </p:nvCxnSpPr>
        <p:spPr bwMode="gray">
          <a:xfrm>
            <a:off x="4571999" y="1225550"/>
            <a:ext cx="0" cy="3496724"/>
          </a:xfrm>
          <a:prstGeom prst="line">
            <a:avLst/>
          </a:prstGeom>
          <a:ln w="28575">
            <a:solidFill>
              <a:srgbClr val="A8A8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A58E4774-86BC-9281-D292-C337566ED500}"/>
              </a:ext>
            </a:extLst>
          </p:cNvPr>
          <p:cNvCxnSpPr/>
          <p:nvPr/>
        </p:nvCxnSpPr>
        <p:spPr bwMode="gray">
          <a:xfrm>
            <a:off x="6741611" y="1225550"/>
            <a:ext cx="0" cy="3496724"/>
          </a:xfrm>
          <a:prstGeom prst="line">
            <a:avLst/>
          </a:prstGeom>
          <a:ln w="28575">
            <a:solidFill>
              <a:srgbClr val="A8A8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Diagrammplatzhalter 40">
            <a:extLst>
              <a:ext uri="{FF2B5EF4-FFF2-40B4-BE49-F238E27FC236}">
                <a16:creationId xmlns:a16="http://schemas.microsoft.com/office/drawing/2014/main" id="{165BD0A2-FAD6-BCA1-BB5B-1A5CB6953F9D}"/>
              </a:ext>
            </a:extLst>
          </p:cNvPr>
          <p:cNvSpPr>
            <a:spLocks noGrp="1"/>
          </p:cNvSpPr>
          <p:nvPr>
            <p:ph type="chart" sz="quarter" idx="65" hasCustomPrompt="1"/>
          </p:nvPr>
        </p:nvSpPr>
        <p:spPr bwMode="gray">
          <a:xfrm>
            <a:off x="358775" y="2911474"/>
            <a:ext cx="1917612" cy="1810800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42" name="Diagrammplatzhalter 40">
            <a:extLst>
              <a:ext uri="{FF2B5EF4-FFF2-40B4-BE49-F238E27FC236}">
                <a16:creationId xmlns:a16="http://schemas.microsoft.com/office/drawing/2014/main" id="{19F86774-8B75-0E51-65A4-173207F1A696}"/>
              </a:ext>
            </a:extLst>
          </p:cNvPr>
          <p:cNvSpPr>
            <a:spLocks noGrp="1"/>
          </p:cNvSpPr>
          <p:nvPr>
            <p:ph type="chart" sz="quarter" idx="66" hasCustomPrompt="1"/>
          </p:nvPr>
        </p:nvSpPr>
        <p:spPr bwMode="gray">
          <a:xfrm>
            <a:off x="2528387" y="2911476"/>
            <a:ext cx="1917612" cy="1810797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43" name="Diagrammplatzhalter 40">
            <a:extLst>
              <a:ext uri="{FF2B5EF4-FFF2-40B4-BE49-F238E27FC236}">
                <a16:creationId xmlns:a16="http://schemas.microsoft.com/office/drawing/2014/main" id="{A77AD660-2956-A538-1978-A1A73B762058}"/>
              </a:ext>
            </a:extLst>
          </p:cNvPr>
          <p:cNvSpPr>
            <a:spLocks noGrp="1"/>
          </p:cNvSpPr>
          <p:nvPr>
            <p:ph type="chart" sz="quarter" idx="67" hasCustomPrompt="1"/>
          </p:nvPr>
        </p:nvSpPr>
        <p:spPr bwMode="gray">
          <a:xfrm>
            <a:off x="4697999" y="2911476"/>
            <a:ext cx="1917612" cy="1810797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44" name="Diagrammplatzhalter 40">
            <a:extLst>
              <a:ext uri="{FF2B5EF4-FFF2-40B4-BE49-F238E27FC236}">
                <a16:creationId xmlns:a16="http://schemas.microsoft.com/office/drawing/2014/main" id="{D1539D5D-228E-7500-2018-C382B31CA80A}"/>
              </a:ext>
            </a:extLst>
          </p:cNvPr>
          <p:cNvSpPr>
            <a:spLocks noGrp="1"/>
          </p:cNvSpPr>
          <p:nvPr>
            <p:ph type="chart" sz="quarter" idx="68" hasCustomPrompt="1"/>
          </p:nvPr>
        </p:nvSpPr>
        <p:spPr bwMode="gray">
          <a:xfrm>
            <a:off x="6867611" y="2911476"/>
            <a:ext cx="1917612" cy="1810797"/>
          </a:xfrm>
        </p:spPr>
        <p:txBody>
          <a:bodyPr/>
          <a:lstStyle>
            <a:lvl1pPr algn="ctr">
              <a:defRPr sz="1000"/>
            </a:lvl1pPr>
          </a:lstStyle>
          <a:p>
            <a:r>
              <a:rPr lang="de-DE" dirty="0"/>
              <a:t>Diagramm hinzufügen</a:t>
            </a:r>
          </a:p>
        </p:txBody>
      </p:sp>
      <p:sp>
        <p:nvSpPr>
          <p:cNvPr id="25" name="Titel 24">
            <a:extLst>
              <a:ext uri="{FF2B5EF4-FFF2-40B4-BE49-F238E27FC236}">
                <a16:creationId xmlns:a16="http://schemas.microsoft.com/office/drawing/2014/main" id="{683A3EF2-E122-AA8D-C0F7-368A1728162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1417E1ED-A3C5-F700-D31E-8EBE4C355710}"/>
              </a:ext>
            </a:extLst>
          </p:cNvPr>
          <p:cNvSpPr>
            <a:spLocks noGrp="1"/>
          </p:cNvSpPr>
          <p:nvPr>
            <p:ph type="dt" sz="half" idx="69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673BA97-23A4-E738-44BC-816A875FF6B0}"/>
              </a:ext>
            </a:extLst>
          </p:cNvPr>
          <p:cNvSpPr>
            <a:spLocks noGrp="1"/>
          </p:cNvSpPr>
          <p:nvPr>
            <p:ph type="ftr" sz="quarter" idx="70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58BA966E-7D35-7028-11F7-C31222F59D31}"/>
              </a:ext>
            </a:extLst>
          </p:cNvPr>
          <p:cNvSpPr>
            <a:spLocks noGrp="1"/>
          </p:cNvSpPr>
          <p:nvPr>
            <p:ph type="sldNum" sz="quarter" idx="71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9177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2" userDrawn="1">
          <p15:clr>
            <a:srgbClr val="FBAE40"/>
          </p15:clr>
        </p15:guide>
        <p15:guide id="2" pos="2958" userDrawn="1">
          <p15:clr>
            <a:srgbClr val="FBAE40"/>
          </p15:clr>
        </p15:guide>
        <p15:guide id="3" pos="1435" userDrawn="1">
          <p15:clr>
            <a:srgbClr val="FBAE40"/>
          </p15:clr>
        </p15:guide>
        <p15:guide id="4" pos="1590" userDrawn="1">
          <p15:clr>
            <a:srgbClr val="FBAE40"/>
          </p15:clr>
        </p15:guide>
        <p15:guide id="5" pos="4325" userDrawn="1">
          <p15:clr>
            <a:srgbClr val="FBAE40"/>
          </p15:clr>
        </p15:guide>
        <p15:guide id="6" pos="416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ginalspalte 70: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F38D54A4-8893-6088-C0D0-34D26EBDA3E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1432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38D54A4-8893-6088-C0D0-34D26EBDA3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6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481CC3E1-657C-885A-CA56-4EBA34B3D258}"/>
              </a:ext>
            </a:extLst>
          </p:cNvPr>
          <p:cNvSpPr>
            <a:spLocks noGrp="1"/>
          </p:cNvSpPr>
          <p:nvPr>
            <p:ph sz="quarter" idx="32"/>
          </p:nvPr>
        </p:nvSpPr>
        <p:spPr bwMode="gray">
          <a:xfrm>
            <a:off x="6048375" y="1230109"/>
            <a:ext cx="2736850" cy="3492001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ECC0F70-05A5-0FFD-51C2-CEAB1060149A}"/>
              </a:ext>
            </a:extLst>
          </p:cNvPr>
          <p:cNvSpPr>
            <a:spLocks noGrp="1"/>
          </p:cNvSpPr>
          <p:nvPr>
            <p:ph sz="quarter" idx="34"/>
          </p:nvPr>
        </p:nvSpPr>
        <p:spPr bwMode="gray">
          <a:xfrm>
            <a:off x="358775" y="1230110"/>
            <a:ext cx="5545598" cy="3492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D7DB9E0C-0A01-30F9-EB8B-F8B9525110F1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B796F3B-31DB-4E07-EEE3-3423AE2D9438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28E38A9-4BE6-1EC4-10D8-972E3E9AC097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A2CA06C-F981-299C-7395-E30D91BD4900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865602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0" userDrawn="1">
          <p15:clr>
            <a:srgbClr val="FBAE40"/>
          </p15:clr>
        </p15:guide>
        <p15:guide id="2" pos="3808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949C4AFF-BBEE-CFA5-ABCE-1CF9D2386C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92373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49C4AFF-BBEE-CFA5-ABCE-1CF9D2386C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C3F866E-CB14-5126-3D67-CB00D59F0D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358775" y="1230109"/>
            <a:ext cx="4087225" cy="657744"/>
          </a:xfrm>
        </p:spPr>
        <p:txBody>
          <a:bodyPr anchor="b" anchorCtr="0"/>
          <a:lstStyle>
            <a:lvl1pPr>
              <a:defRPr sz="1900">
                <a:latin typeface="Wuerth Bold" panose="020B0802020204020204" pitchFamily="34" charset="0"/>
              </a:defRPr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7" name="Inhaltsplatzhalter 26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969770"/>
            <a:ext cx="4087225" cy="2750400"/>
          </a:xfrm>
        </p:spPr>
        <p:txBody>
          <a:bodyPr tIns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EE60DF5C-5A64-E232-22CA-757A6DBB06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4698000" y="1230109"/>
            <a:ext cx="4087225" cy="657744"/>
          </a:xfrm>
        </p:spPr>
        <p:txBody>
          <a:bodyPr anchor="b" anchorCtr="0"/>
          <a:lstStyle>
            <a:lvl1pPr>
              <a:defRPr sz="1900">
                <a:latin typeface="Wuerth Bold" panose="020B0802020204020204" pitchFamily="34" charset="0"/>
              </a:defRPr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Inhaltsplatzhalter 9">
            <a:extLst>
              <a:ext uri="{FF2B5EF4-FFF2-40B4-BE49-F238E27FC236}">
                <a16:creationId xmlns:a16="http://schemas.microsoft.com/office/drawing/2014/main" id="{CB56D043-329D-D7A7-5B4E-2A9DEE147E64}"/>
              </a:ext>
            </a:extLst>
          </p:cNvPr>
          <p:cNvSpPr>
            <a:spLocks noGrp="1"/>
          </p:cNvSpPr>
          <p:nvPr>
            <p:ph sz="quarter" idx="36"/>
          </p:nvPr>
        </p:nvSpPr>
        <p:spPr bwMode="gray">
          <a:xfrm>
            <a:off x="4698000" y="1969770"/>
            <a:ext cx="4087225" cy="2750400"/>
          </a:xfrm>
        </p:spPr>
        <p:txBody>
          <a:bodyPr tIns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4" name="Titel 23">
            <a:extLst>
              <a:ext uri="{FF2B5EF4-FFF2-40B4-BE49-F238E27FC236}">
                <a16:creationId xmlns:a16="http://schemas.microsoft.com/office/drawing/2014/main" id="{D260FF38-23F0-A4B9-63CE-14126812B0FA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BDBD9B5-4CAD-5703-8D7C-2B73FD293BB6}"/>
              </a:ext>
            </a:extLst>
          </p:cNvPr>
          <p:cNvSpPr>
            <a:spLocks noGrp="1"/>
          </p:cNvSpPr>
          <p:nvPr>
            <p:ph type="dt" sz="half" idx="37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BBDC7C5-F86B-B8CC-DA2D-196F395E62B4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9DD86D-1C38-BC91-5F7D-05E857D86C5F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4974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2" userDrawn="1">
          <p15:clr>
            <a:srgbClr val="FBAE40"/>
          </p15:clr>
        </p15:guide>
        <p15:guide id="2" pos="296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er Bild-Eintei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4136C12C-1D30-3F06-0D47-1B3EFA0385D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94834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136C12C-1D30-3F06-0D47-1B3EFA0385D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7" name="Bildplatzhalter 17">
            <a:extLst>
              <a:ext uri="{FF2B5EF4-FFF2-40B4-BE49-F238E27FC236}">
                <a16:creationId xmlns:a16="http://schemas.microsoft.com/office/drawing/2014/main" id="{BFC72810-9CB2-4A6A-795A-1A1AF537056B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 bwMode="gray">
          <a:xfrm>
            <a:off x="358775" y="1225549"/>
            <a:ext cx="4087224" cy="3492000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9" name="Bildplatzhalter 17">
            <a:extLst>
              <a:ext uri="{FF2B5EF4-FFF2-40B4-BE49-F238E27FC236}">
                <a16:creationId xmlns:a16="http://schemas.microsoft.com/office/drawing/2014/main" id="{4AD0C085-E1AF-1E16-2124-1442127C2CCB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 bwMode="gray">
          <a:xfrm>
            <a:off x="4697999" y="1225549"/>
            <a:ext cx="4087224" cy="3492000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84D8B6B1-DA6C-480D-A39C-49EC5F70E1D0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19EAA566-4210-BBA6-1824-E3E3E7B83F51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F625C70-72FF-6713-38AB-12405F51CF2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DCFF1EF-5815-B55F-D703-2FBC7C496D2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72703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1" userDrawn="1">
          <p15:clr>
            <a:srgbClr val="FBAE40"/>
          </p15:clr>
        </p15:guide>
        <p15:guide id="2" pos="2959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er Bild-Eintei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07F6B253-16F4-12FB-3C89-1D5DD7CD50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36562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7F6B253-16F4-12FB-3C89-1D5DD7CD50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7" name="Bildplatzhalter 17">
            <a:extLst>
              <a:ext uri="{FF2B5EF4-FFF2-40B4-BE49-F238E27FC236}">
                <a16:creationId xmlns:a16="http://schemas.microsoft.com/office/drawing/2014/main" id="{BFC72810-9CB2-4A6A-795A-1A1AF537056B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 bwMode="gray">
          <a:xfrm>
            <a:off x="358775" y="1225550"/>
            <a:ext cx="4141225" cy="1676065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9" name="Bildplatzhalter 17">
            <a:extLst>
              <a:ext uri="{FF2B5EF4-FFF2-40B4-BE49-F238E27FC236}">
                <a16:creationId xmlns:a16="http://schemas.microsoft.com/office/drawing/2014/main" id="{4AD0C085-E1AF-1E16-2124-1442127C2CCB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 bwMode="gray">
          <a:xfrm>
            <a:off x="4644000" y="1225551"/>
            <a:ext cx="4141225" cy="1676065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5" name="Bildplatzhalter 17">
            <a:extLst>
              <a:ext uri="{FF2B5EF4-FFF2-40B4-BE49-F238E27FC236}">
                <a16:creationId xmlns:a16="http://schemas.microsoft.com/office/drawing/2014/main" id="{45FF4089-8C5F-A0EE-A629-33ABFC8E2A2F}"/>
              </a:ext>
            </a:extLst>
          </p:cNvPr>
          <p:cNvSpPr>
            <a:spLocks noGrp="1" noChangeAspect="1"/>
          </p:cNvSpPr>
          <p:nvPr>
            <p:ph type="pic" sz="quarter" idx="37"/>
          </p:nvPr>
        </p:nvSpPr>
        <p:spPr bwMode="gray">
          <a:xfrm>
            <a:off x="358775" y="3045615"/>
            <a:ext cx="4141225" cy="1676065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Bildplatzhalter 17">
            <a:extLst>
              <a:ext uri="{FF2B5EF4-FFF2-40B4-BE49-F238E27FC236}">
                <a16:creationId xmlns:a16="http://schemas.microsoft.com/office/drawing/2014/main" id="{57C0BFA9-3115-8ABC-160F-FE13FE5A9199}"/>
              </a:ext>
            </a:extLst>
          </p:cNvPr>
          <p:cNvSpPr>
            <a:spLocks noGrp="1" noChangeAspect="1"/>
          </p:cNvSpPr>
          <p:nvPr>
            <p:ph type="pic" sz="quarter" idx="38"/>
          </p:nvPr>
        </p:nvSpPr>
        <p:spPr bwMode="gray">
          <a:xfrm>
            <a:off x="4644000" y="3045616"/>
            <a:ext cx="4141225" cy="1676065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2" name="Titel 21">
            <a:extLst>
              <a:ext uri="{FF2B5EF4-FFF2-40B4-BE49-F238E27FC236}">
                <a16:creationId xmlns:a16="http://schemas.microsoft.com/office/drawing/2014/main" id="{19EF6EF7-9CA4-9F17-2372-6294CEEF1C35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2E7D231-9C40-4A80-6074-FB607B01369A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960A475-0A3B-F137-DB8F-9EA21D205867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63A27D3-8F72-C370-30F8-10BCF16B5992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3499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835" userDrawn="1">
          <p15:clr>
            <a:srgbClr val="FBAE40"/>
          </p15:clr>
        </p15:guide>
        <p15:guide id="4" pos="292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er Bild-Eintei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0D2F9843-A641-DAEE-31FC-60044063262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512901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2F9843-A641-DAEE-31FC-6004406326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7" name="Bildplatzhalter 17">
            <a:extLst>
              <a:ext uri="{FF2B5EF4-FFF2-40B4-BE49-F238E27FC236}">
                <a16:creationId xmlns:a16="http://schemas.microsoft.com/office/drawing/2014/main" id="{BFC72810-9CB2-4A6A-795A-1A1AF537056B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 bwMode="gray">
          <a:xfrm>
            <a:off x="365124" y="1225550"/>
            <a:ext cx="2710700" cy="1676066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9" name="Bildplatzhalter 17">
            <a:extLst>
              <a:ext uri="{FF2B5EF4-FFF2-40B4-BE49-F238E27FC236}">
                <a16:creationId xmlns:a16="http://schemas.microsoft.com/office/drawing/2014/main" id="{4AD0C085-E1AF-1E16-2124-1442127C2CCB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 bwMode="gray">
          <a:xfrm>
            <a:off x="3219824" y="1225551"/>
            <a:ext cx="2710700" cy="1676065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5" name="Bildplatzhalter 17">
            <a:extLst>
              <a:ext uri="{FF2B5EF4-FFF2-40B4-BE49-F238E27FC236}">
                <a16:creationId xmlns:a16="http://schemas.microsoft.com/office/drawing/2014/main" id="{45FF4089-8C5F-A0EE-A629-33ABFC8E2A2F}"/>
              </a:ext>
            </a:extLst>
          </p:cNvPr>
          <p:cNvSpPr>
            <a:spLocks noGrp="1" noChangeAspect="1"/>
          </p:cNvSpPr>
          <p:nvPr>
            <p:ph type="pic" sz="quarter" idx="37"/>
          </p:nvPr>
        </p:nvSpPr>
        <p:spPr bwMode="gray">
          <a:xfrm>
            <a:off x="365124" y="3045616"/>
            <a:ext cx="2710700" cy="1676066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Bildplatzhalter 17">
            <a:extLst>
              <a:ext uri="{FF2B5EF4-FFF2-40B4-BE49-F238E27FC236}">
                <a16:creationId xmlns:a16="http://schemas.microsoft.com/office/drawing/2014/main" id="{57C0BFA9-3115-8ABC-160F-FE13FE5A9199}"/>
              </a:ext>
            </a:extLst>
          </p:cNvPr>
          <p:cNvSpPr>
            <a:spLocks noGrp="1" noChangeAspect="1"/>
          </p:cNvSpPr>
          <p:nvPr>
            <p:ph type="pic" sz="quarter" idx="38"/>
          </p:nvPr>
        </p:nvSpPr>
        <p:spPr bwMode="gray">
          <a:xfrm>
            <a:off x="3219824" y="3045616"/>
            <a:ext cx="2710700" cy="1676065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8" name="Bildplatzhalter 17">
            <a:extLst>
              <a:ext uri="{FF2B5EF4-FFF2-40B4-BE49-F238E27FC236}">
                <a16:creationId xmlns:a16="http://schemas.microsoft.com/office/drawing/2014/main" id="{D655AB96-69D4-D7B7-76B8-937C91197A69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 bwMode="gray">
          <a:xfrm>
            <a:off x="6074524" y="1225551"/>
            <a:ext cx="2710700" cy="1676065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9" name="Bildplatzhalter 17">
            <a:extLst>
              <a:ext uri="{FF2B5EF4-FFF2-40B4-BE49-F238E27FC236}">
                <a16:creationId xmlns:a16="http://schemas.microsoft.com/office/drawing/2014/main" id="{E851E5A8-5E13-31E4-BFF1-82E88FFBA101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 bwMode="gray">
          <a:xfrm>
            <a:off x="6074524" y="3045616"/>
            <a:ext cx="2710700" cy="1676065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CFC03A6F-4836-AB8A-CADD-963AAA3F3B38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BA3EA32-3A0C-661A-21AF-3A747723C5D9}"/>
              </a:ext>
            </a:extLst>
          </p:cNvPr>
          <p:cNvSpPr>
            <a:spLocks noGrp="1"/>
          </p:cNvSpPr>
          <p:nvPr>
            <p:ph type="dt" sz="half" idx="41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387DCC4-2A24-687D-3826-58C8FC8C2A44}"/>
              </a:ext>
            </a:extLst>
          </p:cNvPr>
          <p:cNvSpPr>
            <a:spLocks noGrp="1"/>
          </p:cNvSpPr>
          <p:nvPr>
            <p:ph type="ftr" sz="quarter" idx="42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01560833-94D1-648A-EF1C-0D26A6910B1F}"/>
              </a:ext>
            </a:extLst>
          </p:cNvPr>
          <p:cNvSpPr>
            <a:spLocks noGrp="1"/>
          </p:cNvSpPr>
          <p:nvPr>
            <p:ph type="sldNum" sz="quarter" idx="43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35410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40" userDrawn="1">
          <p15:clr>
            <a:srgbClr val="FBAE40"/>
          </p15:clr>
        </p15:guide>
        <p15:guide id="2" pos="2027" userDrawn="1">
          <p15:clr>
            <a:srgbClr val="FBAE40"/>
          </p15:clr>
        </p15:guide>
        <p15:guide id="3" pos="3824" userDrawn="1">
          <p15:clr>
            <a:srgbClr val="FBAE40"/>
          </p15:clr>
        </p15:guide>
        <p15:guide id="4" pos="3738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paltig Bild + Erläute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think-cell data - do not delete" hidden="1">
            <a:extLst>
              <a:ext uri="{FF2B5EF4-FFF2-40B4-BE49-F238E27FC236}">
                <a16:creationId xmlns:a16="http://schemas.microsoft.com/office/drawing/2014/main" id="{3487F79F-1B6E-C1C1-6462-91A12FD289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524324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4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487F79F-1B6E-C1C1-6462-91A12FD289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6" name="Inhaltsplatzhalter 35">
            <a:extLst>
              <a:ext uri="{FF2B5EF4-FFF2-40B4-BE49-F238E27FC236}">
                <a16:creationId xmlns:a16="http://schemas.microsoft.com/office/drawing/2014/main" id="{FD355AEE-5910-C280-64D1-91D63D01DAAD}"/>
              </a:ext>
            </a:extLst>
          </p:cNvPr>
          <p:cNvSpPr>
            <a:spLocks noGrp="1"/>
          </p:cNvSpPr>
          <p:nvPr>
            <p:ph sz="quarter" idx="45" hasCustomPrompt="1"/>
          </p:nvPr>
        </p:nvSpPr>
        <p:spPr bwMode="gray">
          <a:xfrm>
            <a:off x="358775" y="1225550"/>
            <a:ext cx="2640817" cy="16732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37" name="Inhaltsplatzhalter 35">
            <a:extLst>
              <a:ext uri="{FF2B5EF4-FFF2-40B4-BE49-F238E27FC236}">
                <a16:creationId xmlns:a16="http://schemas.microsoft.com/office/drawing/2014/main" id="{C6714A35-450D-3CC7-9770-95F8FD453C7E}"/>
              </a:ext>
            </a:extLst>
          </p:cNvPr>
          <p:cNvSpPr>
            <a:spLocks noGrp="1"/>
          </p:cNvSpPr>
          <p:nvPr>
            <p:ph sz="quarter" idx="46" hasCustomPrompt="1"/>
          </p:nvPr>
        </p:nvSpPr>
        <p:spPr bwMode="gray">
          <a:xfrm>
            <a:off x="3251591" y="1225550"/>
            <a:ext cx="2640817" cy="16732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38" name="Inhaltsplatzhalter 35">
            <a:extLst>
              <a:ext uri="{FF2B5EF4-FFF2-40B4-BE49-F238E27FC236}">
                <a16:creationId xmlns:a16="http://schemas.microsoft.com/office/drawing/2014/main" id="{F6B82FF1-FE0B-D23C-1DF2-6AC2C3D7AA1C}"/>
              </a:ext>
            </a:extLst>
          </p:cNvPr>
          <p:cNvSpPr>
            <a:spLocks noGrp="1"/>
          </p:cNvSpPr>
          <p:nvPr>
            <p:ph sz="quarter" idx="47" hasCustomPrompt="1"/>
          </p:nvPr>
        </p:nvSpPr>
        <p:spPr bwMode="gray">
          <a:xfrm>
            <a:off x="6144408" y="1225550"/>
            <a:ext cx="2640817" cy="16732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28" name="Textplatzhalter 27">
            <a:extLst>
              <a:ext uri="{FF2B5EF4-FFF2-40B4-BE49-F238E27FC236}">
                <a16:creationId xmlns:a16="http://schemas.microsoft.com/office/drawing/2014/main" id="{4B613E84-B068-9DF6-F799-6DFB2929EBD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358775" y="3433541"/>
            <a:ext cx="2640817" cy="128879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29" name="Textplatzhalter 27">
            <a:extLst>
              <a:ext uri="{FF2B5EF4-FFF2-40B4-BE49-F238E27FC236}">
                <a16:creationId xmlns:a16="http://schemas.microsoft.com/office/drawing/2014/main" id="{BEB68C42-895D-6CC2-CD5F-228A6820304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3254029" y="3433540"/>
            <a:ext cx="2638379" cy="128880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0" name="Textplatzhalter 27">
            <a:extLst>
              <a:ext uri="{FF2B5EF4-FFF2-40B4-BE49-F238E27FC236}">
                <a16:creationId xmlns:a16="http://schemas.microsoft.com/office/drawing/2014/main" id="{F0CFAF70-5409-037E-319C-C170E7F30D4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 bwMode="gray">
          <a:xfrm>
            <a:off x="6144408" y="3433541"/>
            <a:ext cx="2640817" cy="128879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1" name="Textplatzhalter 27">
            <a:extLst>
              <a:ext uri="{FF2B5EF4-FFF2-40B4-BE49-F238E27FC236}">
                <a16:creationId xmlns:a16="http://schemas.microsoft.com/office/drawing/2014/main" id="{B59D2F48-A048-2651-2B34-480342A8319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358775" y="2957944"/>
            <a:ext cx="2640817" cy="416428"/>
          </a:xfrm>
        </p:spPr>
        <p:txBody>
          <a:bodyPr anchor="b"/>
          <a:lstStyle>
            <a:lvl1pPr>
              <a:defRPr sz="16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32" name="Textplatzhalter 27">
            <a:extLst>
              <a:ext uri="{FF2B5EF4-FFF2-40B4-BE49-F238E27FC236}">
                <a16:creationId xmlns:a16="http://schemas.microsoft.com/office/drawing/2014/main" id="{0501E93D-1E0F-17EE-21AB-8E920F7E081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 bwMode="gray">
          <a:xfrm>
            <a:off x="3254375" y="2957944"/>
            <a:ext cx="2638033" cy="416428"/>
          </a:xfrm>
        </p:spPr>
        <p:txBody>
          <a:bodyPr anchor="b"/>
          <a:lstStyle>
            <a:lvl1pPr>
              <a:defRPr sz="16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33" name="Textplatzhalter 27">
            <a:extLst>
              <a:ext uri="{FF2B5EF4-FFF2-40B4-BE49-F238E27FC236}">
                <a16:creationId xmlns:a16="http://schemas.microsoft.com/office/drawing/2014/main" id="{C5EA15A9-0090-05A0-788C-04B1815C349D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 bwMode="gray">
          <a:xfrm>
            <a:off x="6144408" y="2957944"/>
            <a:ext cx="2640817" cy="416428"/>
          </a:xfrm>
        </p:spPr>
        <p:txBody>
          <a:bodyPr anchor="b"/>
          <a:lstStyle>
            <a:lvl1pPr>
              <a:defRPr sz="16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BBE023E1-3584-2BDA-6957-2E3CAA4DA2D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7DB444-F5E1-C978-374D-AC897C8F71DD}"/>
              </a:ext>
            </a:extLst>
          </p:cNvPr>
          <p:cNvSpPr>
            <a:spLocks noGrp="1"/>
          </p:cNvSpPr>
          <p:nvPr>
            <p:ph type="dt" sz="half" idx="48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A990709-5D8D-EA81-4798-B6BF38043537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C516280-B4E8-8716-E5BF-5BD12DC9E791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0585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88" userDrawn="1">
          <p15:clr>
            <a:srgbClr val="FBAE40"/>
          </p15:clr>
        </p15:guide>
        <p15:guide id="2" pos="2047" userDrawn="1">
          <p15:clr>
            <a:srgbClr val="FBAE40"/>
          </p15:clr>
        </p15:guide>
        <p15:guide id="3" pos="3870" userDrawn="1">
          <p15:clr>
            <a:srgbClr val="FBAE40"/>
          </p15:clr>
        </p15:guide>
        <p15:guide id="4" pos="3713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spaltig Bild + Erläute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5" name="think-cell data - do not delete" hidden="1">
            <a:extLst>
              <a:ext uri="{FF2B5EF4-FFF2-40B4-BE49-F238E27FC236}">
                <a16:creationId xmlns:a16="http://schemas.microsoft.com/office/drawing/2014/main" id="{FAD43078-DAEF-9BC3-C1FE-F39C6EFBC86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07788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4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AD43078-DAEF-9BC3-C1FE-F39C6EFBC8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0" name="Inhaltsplatzhalter 35">
            <a:extLst>
              <a:ext uri="{FF2B5EF4-FFF2-40B4-BE49-F238E27FC236}">
                <a16:creationId xmlns:a16="http://schemas.microsoft.com/office/drawing/2014/main" id="{C39BBFEC-FD91-EF41-21DC-28E508FCD453}"/>
              </a:ext>
            </a:extLst>
          </p:cNvPr>
          <p:cNvSpPr>
            <a:spLocks noGrp="1"/>
          </p:cNvSpPr>
          <p:nvPr>
            <p:ph sz="quarter" idx="52" hasCustomPrompt="1"/>
          </p:nvPr>
        </p:nvSpPr>
        <p:spPr bwMode="gray">
          <a:xfrm>
            <a:off x="358774" y="1225551"/>
            <a:ext cx="1809612" cy="1200417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41" name="Inhaltsplatzhalter 35">
            <a:extLst>
              <a:ext uri="{FF2B5EF4-FFF2-40B4-BE49-F238E27FC236}">
                <a16:creationId xmlns:a16="http://schemas.microsoft.com/office/drawing/2014/main" id="{8884EAE1-A59F-2DA7-EEE3-AF68D1609D74}"/>
              </a:ext>
            </a:extLst>
          </p:cNvPr>
          <p:cNvSpPr>
            <a:spLocks noGrp="1"/>
          </p:cNvSpPr>
          <p:nvPr>
            <p:ph sz="quarter" idx="53" hasCustomPrompt="1"/>
          </p:nvPr>
        </p:nvSpPr>
        <p:spPr bwMode="gray">
          <a:xfrm>
            <a:off x="2564386" y="1225551"/>
            <a:ext cx="1809612" cy="1200417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42" name="Inhaltsplatzhalter 35">
            <a:extLst>
              <a:ext uri="{FF2B5EF4-FFF2-40B4-BE49-F238E27FC236}">
                <a16:creationId xmlns:a16="http://schemas.microsoft.com/office/drawing/2014/main" id="{6F060FDA-B328-4A7D-1614-30A42ACB75FF}"/>
              </a:ext>
            </a:extLst>
          </p:cNvPr>
          <p:cNvSpPr>
            <a:spLocks noGrp="1"/>
          </p:cNvSpPr>
          <p:nvPr>
            <p:ph sz="quarter" idx="54" hasCustomPrompt="1"/>
          </p:nvPr>
        </p:nvSpPr>
        <p:spPr bwMode="gray">
          <a:xfrm>
            <a:off x="4769998" y="1225551"/>
            <a:ext cx="1809612" cy="1200417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43" name="Inhaltsplatzhalter 35">
            <a:extLst>
              <a:ext uri="{FF2B5EF4-FFF2-40B4-BE49-F238E27FC236}">
                <a16:creationId xmlns:a16="http://schemas.microsoft.com/office/drawing/2014/main" id="{45A6E3D1-05AB-EAA2-FFC3-2433328EB871}"/>
              </a:ext>
            </a:extLst>
          </p:cNvPr>
          <p:cNvSpPr>
            <a:spLocks noGrp="1"/>
          </p:cNvSpPr>
          <p:nvPr>
            <p:ph sz="quarter" idx="55" hasCustomPrompt="1"/>
          </p:nvPr>
        </p:nvSpPr>
        <p:spPr bwMode="gray">
          <a:xfrm>
            <a:off x="6975610" y="1225551"/>
            <a:ext cx="1809612" cy="1200417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28" name="Textplatzhalter 27">
            <a:extLst>
              <a:ext uri="{FF2B5EF4-FFF2-40B4-BE49-F238E27FC236}">
                <a16:creationId xmlns:a16="http://schemas.microsoft.com/office/drawing/2014/main" id="{4B613E84-B068-9DF6-F799-6DFB2929EBD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358773" y="2959232"/>
            <a:ext cx="1809612" cy="1760400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24" name="Textplatzhalter 27">
            <a:extLst>
              <a:ext uri="{FF2B5EF4-FFF2-40B4-BE49-F238E27FC236}">
                <a16:creationId xmlns:a16="http://schemas.microsoft.com/office/drawing/2014/main" id="{39A2272B-972B-2BFE-09F6-FEA56602683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 bwMode="gray">
          <a:xfrm>
            <a:off x="2564387" y="2959231"/>
            <a:ext cx="1809613" cy="1760400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5" name="Textplatzhalter 27">
            <a:extLst>
              <a:ext uri="{FF2B5EF4-FFF2-40B4-BE49-F238E27FC236}">
                <a16:creationId xmlns:a16="http://schemas.microsoft.com/office/drawing/2014/main" id="{625258D3-CA8D-879B-0D88-BAC92A4AA0B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gray">
          <a:xfrm>
            <a:off x="4769998" y="2959231"/>
            <a:ext cx="1809612" cy="1760400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8" name="Textplatzhalter 27">
            <a:extLst>
              <a:ext uri="{FF2B5EF4-FFF2-40B4-BE49-F238E27FC236}">
                <a16:creationId xmlns:a16="http://schemas.microsoft.com/office/drawing/2014/main" id="{74BF24F1-3BAB-7461-7C0E-5E95A02DDF6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gray">
          <a:xfrm>
            <a:off x="6975610" y="2959231"/>
            <a:ext cx="1809612" cy="1760400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1" name="Textplatzhalter 27">
            <a:extLst>
              <a:ext uri="{FF2B5EF4-FFF2-40B4-BE49-F238E27FC236}">
                <a16:creationId xmlns:a16="http://schemas.microsoft.com/office/drawing/2014/main" id="{B59D2F48-A048-2651-2B34-480342A8319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358773" y="2528902"/>
            <a:ext cx="1809612" cy="327396"/>
          </a:xfrm>
        </p:spPr>
        <p:txBody>
          <a:bodyPr anchor="b"/>
          <a:lstStyle>
            <a:lvl1pPr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27" name="Textplatzhalter 27">
            <a:extLst>
              <a:ext uri="{FF2B5EF4-FFF2-40B4-BE49-F238E27FC236}">
                <a16:creationId xmlns:a16="http://schemas.microsoft.com/office/drawing/2014/main" id="{4EE8C006-340E-5DAB-5E37-7538F75BE62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 bwMode="gray">
          <a:xfrm>
            <a:off x="2564387" y="2528902"/>
            <a:ext cx="1809613" cy="327396"/>
          </a:xfrm>
        </p:spPr>
        <p:txBody>
          <a:bodyPr anchor="b"/>
          <a:lstStyle>
            <a:lvl1pPr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36" name="Textplatzhalter 27">
            <a:extLst>
              <a:ext uri="{FF2B5EF4-FFF2-40B4-BE49-F238E27FC236}">
                <a16:creationId xmlns:a16="http://schemas.microsoft.com/office/drawing/2014/main" id="{C434F8CD-4C38-2C7B-DB91-61558B6B6FC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gray">
          <a:xfrm>
            <a:off x="4769998" y="2528902"/>
            <a:ext cx="1809612" cy="327396"/>
          </a:xfrm>
        </p:spPr>
        <p:txBody>
          <a:bodyPr anchor="b"/>
          <a:lstStyle>
            <a:lvl1pPr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39" name="Textplatzhalter 27">
            <a:extLst>
              <a:ext uri="{FF2B5EF4-FFF2-40B4-BE49-F238E27FC236}">
                <a16:creationId xmlns:a16="http://schemas.microsoft.com/office/drawing/2014/main" id="{976830F4-102F-A6A6-F863-46B9116BA06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gray">
          <a:xfrm>
            <a:off x="6975610" y="2528902"/>
            <a:ext cx="1809612" cy="327396"/>
          </a:xfrm>
        </p:spPr>
        <p:txBody>
          <a:bodyPr anchor="b"/>
          <a:lstStyle>
            <a:lvl1pPr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4F92F9CB-0CF5-BFBA-38EA-0387B89B57A3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A78749-7E23-9966-F150-ED8F05C260B2}"/>
              </a:ext>
            </a:extLst>
          </p:cNvPr>
          <p:cNvSpPr>
            <a:spLocks noGrp="1"/>
          </p:cNvSpPr>
          <p:nvPr>
            <p:ph type="dt" sz="half" idx="56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0A7DC28-AFB1-0A05-73A8-82E84A982364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4E2A00-EC32-CED3-E81F-E963FA13FFBA}"/>
              </a:ext>
            </a:extLst>
          </p:cNvPr>
          <p:cNvSpPr>
            <a:spLocks noGrp="1"/>
          </p:cNvSpPr>
          <p:nvPr>
            <p:ph type="sldNum" sz="quarter" idx="58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335272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6" userDrawn="1">
          <p15:clr>
            <a:srgbClr val="FBAE40"/>
          </p15:clr>
        </p15:guide>
        <p15:guide id="2" pos="2757" userDrawn="1">
          <p15:clr>
            <a:srgbClr val="FBAE40"/>
          </p15:clr>
        </p15:guide>
        <p15:guide id="3" pos="1615" userDrawn="1">
          <p15:clr>
            <a:srgbClr val="FBAE40"/>
          </p15:clr>
        </p15:guide>
        <p15:guide id="4" pos="3003" userDrawn="1">
          <p15:clr>
            <a:srgbClr val="FBAE40"/>
          </p15:clr>
        </p15:guide>
        <p15:guide id="5" pos="4392" userDrawn="1">
          <p15:clr>
            <a:srgbClr val="FBAE40"/>
          </p15:clr>
        </p15:guide>
        <p15:guide id="6" pos="414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spaltig Bild + Erläute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" name="think-cell data - do not delete" hidden="1">
            <a:extLst>
              <a:ext uri="{FF2B5EF4-FFF2-40B4-BE49-F238E27FC236}">
                <a16:creationId xmlns:a16="http://schemas.microsoft.com/office/drawing/2014/main" id="{35E8F255-7BEB-47D2-6313-04AF9C3446D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617126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5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5E8F255-7BEB-47D2-6313-04AF9C3446D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2" name="Inhaltsplatzhalter 35">
            <a:extLst>
              <a:ext uri="{FF2B5EF4-FFF2-40B4-BE49-F238E27FC236}">
                <a16:creationId xmlns:a16="http://schemas.microsoft.com/office/drawing/2014/main" id="{E70388F1-51EC-1FB6-93B1-5EBD5097EF5A}"/>
              </a:ext>
            </a:extLst>
          </p:cNvPr>
          <p:cNvSpPr>
            <a:spLocks noGrp="1"/>
          </p:cNvSpPr>
          <p:nvPr>
            <p:ph sz="quarter" idx="55" hasCustomPrompt="1"/>
          </p:nvPr>
        </p:nvSpPr>
        <p:spPr bwMode="gray">
          <a:xfrm>
            <a:off x="358774" y="1225552"/>
            <a:ext cx="1483690" cy="984249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3" name="Inhaltsplatzhalter 35">
            <a:extLst>
              <a:ext uri="{FF2B5EF4-FFF2-40B4-BE49-F238E27FC236}">
                <a16:creationId xmlns:a16="http://schemas.microsoft.com/office/drawing/2014/main" id="{6DA6C62A-C668-C1EF-EA0D-027BE9D30E14}"/>
              </a:ext>
            </a:extLst>
          </p:cNvPr>
          <p:cNvSpPr>
            <a:spLocks noGrp="1"/>
          </p:cNvSpPr>
          <p:nvPr>
            <p:ph sz="quarter" idx="56" hasCustomPrompt="1"/>
          </p:nvPr>
        </p:nvSpPr>
        <p:spPr bwMode="gray">
          <a:xfrm>
            <a:off x="2094464" y="1225552"/>
            <a:ext cx="1483690" cy="984249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4" name="Inhaltsplatzhalter 35">
            <a:extLst>
              <a:ext uri="{FF2B5EF4-FFF2-40B4-BE49-F238E27FC236}">
                <a16:creationId xmlns:a16="http://schemas.microsoft.com/office/drawing/2014/main" id="{7D20E6D6-E0B1-F5A6-F5DE-C6584EE7A40E}"/>
              </a:ext>
            </a:extLst>
          </p:cNvPr>
          <p:cNvSpPr>
            <a:spLocks noGrp="1"/>
          </p:cNvSpPr>
          <p:nvPr>
            <p:ph sz="quarter" idx="57" hasCustomPrompt="1"/>
          </p:nvPr>
        </p:nvSpPr>
        <p:spPr bwMode="gray">
          <a:xfrm>
            <a:off x="3830154" y="1225552"/>
            <a:ext cx="1483690" cy="984249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5" name="Inhaltsplatzhalter 35">
            <a:extLst>
              <a:ext uri="{FF2B5EF4-FFF2-40B4-BE49-F238E27FC236}">
                <a16:creationId xmlns:a16="http://schemas.microsoft.com/office/drawing/2014/main" id="{99E5B47B-C0E3-FD50-6C1A-0E9106605BFB}"/>
              </a:ext>
            </a:extLst>
          </p:cNvPr>
          <p:cNvSpPr>
            <a:spLocks noGrp="1"/>
          </p:cNvSpPr>
          <p:nvPr>
            <p:ph sz="quarter" idx="58" hasCustomPrompt="1"/>
          </p:nvPr>
        </p:nvSpPr>
        <p:spPr bwMode="gray">
          <a:xfrm>
            <a:off x="5565844" y="1225552"/>
            <a:ext cx="1483690" cy="984249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6" name="Inhaltsplatzhalter 35">
            <a:extLst>
              <a:ext uri="{FF2B5EF4-FFF2-40B4-BE49-F238E27FC236}">
                <a16:creationId xmlns:a16="http://schemas.microsoft.com/office/drawing/2014/main" id="{98444CD8-5BE9-B49B-F108-E9CE5A9CF15B}"/>
              </a:ext>
            </a:extLst>
          </p:cNvPr>
          <p:cNvSpPr>
            <a:spLocks noGrp="1"/>
          </p:cNvSpPr>
          <p:nvPr>
            <p:ph sz="quarter" idx="59" hasCustomPrompt="1"/>
          </p:nvPr>
        </p:nvSpPr>
        <p:spPr bwMode="gray">
          <a:xfrm>
            <a:off x="7301534" y="1225552"/>
            <a:ext cx="1483690" cy="984249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28" name="Textplatzhalter 27">
            <a:extLst>
              <a:ext uri="{FF2B5EF4-FFF2-40B4-BE49-F238E27FC236}">
                <a16:creationId xmlns:a16="http://schemas.microsoft.com/office/drawing/2014/main" id="{4B613E84-B068-9DF6-F799-6DFB2929EBD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358775" y="2697628"/>
            <a:ext cx="1483690" cy="2023200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2" name="Textplatzhalter 27">
            <a:extLst>
              <a:ext uri="{FF2B5EF4-FFF2-40B4-BE49-F238E27FC236}">
                <a16:creationId xmlns:a16="http://schemas.microsoft.com/office/drawing/2014/main" id="{667BCD41-CBE9-E3DE-72E6-765AEAD7B57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 bwMode="gray">
          <a:xfrm>
            <a:off x="2094465" y="2697627"/>
            <a:ext cx="1483690" cy="2023200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44" name="Textplatzhalter 27">
            <a:extLst>
              <a:ext uri="{FF2B5EF4-FFF2-40B4-BE49-F238E27FC236}">
                <a16:creationId xmlns:a16="http://schemas.microsoft.com/office/drawing/2014/main" id="{88DE212E-738B-9010-C386-62E4E1DBB6B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gray">
          <a:xfrm>
            <a:off x="3830155" y="2697627"/>
            <a:ext cx="1483690" cy="2023200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47" name="Textplatzhalter 27">
            <a:extLst>
              <a:ext uri="{FF2B5EF4-FFF2-40B4-BE49-F238E27FC236}">
                <a16:creationId xmlns:a16="http://schemas.microsoft.com/office/drawing/2014/main" id="{F72D4729-A128-7459-DF56-8699B09857D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gray">
          <a:xfrm>
            <a:off x="5565845" y="2697627"/>
            <a:ext cx="1483690" cy="2023200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50" name="Textplatzhalter 27">
            <a:extLst>
              <a:ext uri="{FF2B5EF4-FFF2-40B4-BE49-F238E27FC236}">
                <a16:creationId xmlns:a16="http://schemas.microsoft.com/office/drawing/2014/main" id="{AA5648ED-63A0-3FF6-FB96-82A4A2CC92E4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 bwMode="gray">
          <a:xfrm>
            <a:off x="7301535" y="2697627"/>
            <a:ext cx="1483690" cy="2023200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1" name="Textplatzhalter 27">
            <a:extLst>
              <a:ext uri="{FF2B5EF4-FFF2-40B4-BE49-F238E27FC236}">
                <a16:creationId xmlns:a16="http://schemas.microsoft.com/office/drawing/2014/main" id="{B59D2F48-A048-2651-2B34-480342A8319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358775" y="2288228"/>
            <a:ext cx="1483690" cy="327396"/>
          </a:xfrm>
        </p:spPr>
        <p:txBody>
          <a:bodyPr anchor="b"/>
          <a:lstStyle>
            <a:lvl1pPr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33" name="Textplatzhalter 27">
            <a:extLst>
              <a:ext uri="{FF2B5EF4-FFF2-40B4-BE49-F238E27FC236}">
                <a16:creationId xmlns:a16="http://schemas.microsoft.com/office/drawing/2014/main" id="{B53C47CB-C00E-3607-3695-7F73B82B89D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 bwMode="gray">
          <a:xfrm>
            <a:off x="2094465" y="2288228"/>
            <a:ext cx="1483690" cy="327396"/>
          </a:xfrm>
        </p:spPr>
        <p:txBody>
          <a:bodyPr anchor="b"/>
          <a:lstStyle>
            <a:lvl1pPr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45" name="Textplatzhalter 27">
            <a:extLst>
              <a:ext uri="{FF2B5EF4-FFF2-40B4-BE49-F238E27FC236}">
                <a16:creationId xmlns:a16="http://schemas.microsoft.com/office/drawing/2014/main" id="{D430D390-85AB-41C2-1A8D-89ACA7799144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gray">
          <a:xfrm>
            <a:off x="3830155" y="2288228"/>
            <a:ext cx="1483690" cy="327396"/>
          </a:xfrm>
        </p:spPr>
        <p:txBody>
          <a:bodyPr anchor="b"/>
          <a:lstStyle>
            <a:lvl1pPr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48" name="Textplatzhalter 27">
            <a:extLst>
              <a:ext uri="{FF2B5EF4-FFF2-40B4-BE49-F238E27FC236}">
                <a16:creationId xmlns:a16="http://schemas.microsoft.com/office/drawing/2014/main" id="{79C64B3C-A160-E131-E348-6AC6E609673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gray">
          <a:xfrm>
            <a:off x="5565845" y="2288228"/>
            <a:ext cx="1483690" cy="327396"/>
          </a:xfrm>
        </p:spPr>
        <p:txBody>
          <a:bodyPr anchor="b"/>
          <a:lstStyle>
            <a:lvl1pPr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51" name="Textplatzhalter 27">
            <a:extLst>
              <a:ext uri="{FF2B5EF4-FFF2-40B4-BE49-F238E27FC236}">
                <a16:creationId xmlns:a16="http://schemas.microsoft.com/office/drawing/2014/main" id="{8EE72BA7-8A67-0D8A-3ED8-A5EC55CA847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 bwMode="gray">
          <a:xfrm>
            <a:off x="7301535" y="2288228"/>
            <a:ext cx="1483690" cy="327396"/>
          </a:xfrm>
        </p:spPr>
        <p:txBody>
          <a:bodyPr anchor="b"/>
          <a:lstStyle>
            <a:lvl1pPr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378BF6D4-3EA8-48A5-FE46-39ACB2A62303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AA8E58C-54A0-B47E-9DB1-C6F15C024194}"/>
              </a:ext>
            </a:extLst>
          </p:cNvPr>
          <p:cNvSpPr>
            <a:spLocks noGrp="1"/>
          </p:cNvSpPr>
          <p:nvPr>
            <p:ph type="dt" sz="half" idx="60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06EB101-8817-612E-926E-E9C51F6ED330}"/>
              </a:ext>
            </a:extLst>
          </p:cNvPr>
          <p:cNvSpPr>
            <a:spLocks noGrp="1"/>
          </p:cNvSpPr>
          <p:nvPr>
            <p:ph type="ftr" sz="quarter" idx="61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E411770-5AFA-77A5-86AF-9BB285E33DFF}"/>
              </a:ext>
            </a:extLst>
          </p:cNvPr>
          <p:cNvSpPr>
            <a:spLocks noGrp="1"/>
          </p:cNvSpPr>
          <p:nvPr>
            <p:ph type="sldNum" sz="quarter" idx="62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83713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59" userDrawn="1">
          <p15:clr>
            <a:srgbClr val="FBAE40"/>
          </p15:clr>
        </p15:guide>
        <p15:guide id="2" pos="1319" userDrawn="1">
          <p15:clr>
            <a:srgbClr val="FBAE40"/>
          </p15:clr>
        </p15:guide>
        <p15:guide id="3" pos="2255" userDrawn="1">
          <p15:clr>
            <a:srgbClr val="FBAE40"/>
          </p15:clr>
        </p15:guide>
        <p15:guide id="4" pos="2408" userDrawn="1">
          <p15:clr>
            <a:srgbClr val="FBAE40"/>
          </p15:clr>
        </p15:guide>
        <p15:guide id="5" pos="3350" userDrawn="1">
          <p15:clr>
            <a:srgbClr val="FBAE40"/>
          </p15:clr>
        </p15:guide>
        <p15:guide id="6" pos="3502" userDrawn="1">
          <p15:clr>
            <a:srgbClr val="FBAE40"/>
          </p15:clr>
        </p15:guide>
        <p15:guide id="7" pos="4441" userDrawn="1">
          <p15:clr>
            <a:srgbClr val="FBAE40"/>
          </p15:clr>
        </p15:guide>
        <p15:guide id="8" pos="459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x 5-spaltig Bild +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1" name="think-cell data - do not delete" hidden="1">
            <a:extLst>
              <a:ext uri="{FF2B5EF4-FFF2-40B4-BE49-F238E27FC236}">
                <a16:creationId xmlns:a16="http://schemas.microsoft.com/office/drawing/2014/main" id="{FA4293EA-B56B-41D9-7956-E9FF8E535F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785881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7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A4293EA-B56B-41D9-7956-E9FF8E535F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5" name="Inhaltsplatzhalter 35">
            <a:extLst>
              <a:ext uri="{FF2B5EF4-FFF2-40B4-BE49-F238E27FC236}">
                <a16:creationId xmlns:a16="http://schemas.microsoft.com/office/drawing/2014/main" id="{D1DD9A04-2C08-105C-F57E-8A985D13BE56}"/>
              </a:ext>
            </a:extLst>
          </p:cNvPr>
          <p:cNvSpPr>
            <a:spLocks noGrp="1"/>
          </p:cNvSpPr>
          <p:nvPr>
            <p:ph sz="quarter" idx="65" hasCustomPrompt="1"/>
          </p:nvPr>
        </p:nvSpPr>
        <p:spPr bwMode="gray">
          <a:xfrm>
            <a:off x="358774" y="1225552"/>
            <a:ext cx="1483690" cy="1195056"/>
          </a:xfrm>
        </p:spPr>
        <p:txBody>
          <a:bodyPr/>
          <a:lstStyle>
            <a:lvl1pPr algn="ctr"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6" name="Inhaltsplatzhalter 35">
            <a:extLst>
              <a:ext uri="{FF2B5EF4-FFF2-40B4-BE49-F238E27FC236}">
                <a16:creationId xmlns:a16="http://schemas.microsoft.com/office/drawing/2014/main" id="{D1E4456A-3C10-79C9-63F0-9F6E25AD4115}"/>
              </a:ext>
            </a:extLst>
          </p:cNvPr>
          <p:cNvSpPr>
            <a:spLocks noGrp="1"/>
          </p:cNvSpPr>
          <p:nvPr>
            <p:ph sz="quarter" idx="66" hasCustomPrompt="1"/>
          </p:nvPr>
        </p:nvSpPr>
        <p:spPr bwMode="gray">
          <a:xfrm>
            <a:off x="2094464" y="1225552"/>
            <a:ext cx="1483690" cy="1195056"/>
          </a:xfrm>
        </p:spPr>
        <p:txBody>
          <a:bodyPr/>
          <a:lstStyle>
            <a:lvl1pPr algn="ctr"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7" name="Inhaltsplatzhalter 35">
            <a:extLst>
              <a:ext uri="{FF2B5EF4-FFF2-40B4-BE49-F238E27FC236}">
                <a16:creationId xmlns:a16="http://schemas.microsoft.com/office/drawing/2014/main" id="{7DFD6621-1552-9011-D588-889DF4C59BFF}"/>
              </a:ext>
            </a:extLst>
          </p:cNvPr>
          <p:cNvSpPr>
            <a:spLocks noGrp="1"/>
          </p:cNvSpPr>
          <p:nvPr>
            <p:ph sz="quarter" idx="67" hasCustomPrompt="1"/>
          </p:nvPr>
        </p:nvSpPr>
        <p:spPr bwMode="gray">
          <a:xfrm>
            <a:off x="3830154" y="1225552"/>
            <a:ext cx="1483690" cy="1195056"/>
          </a:xfrm>
        </p:spPr>
        <p:txBody>
          <a:bodyPr/>
          <a:lstStyle>
            <a:lvl1pPr algn="ctr"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8" name="Inhaltsplatzhalter 35">
            <a:extLst>
              <a:ext uri="{FF2B5EF4-FFF2-40B4-BE49-F238E27FC236}">
                <a16:creationId xmlns:a16="http://schemas.microsoft.com/office/drawing/2014/main" id="{D421E59A-4885-0DED-EE11-3B4DC8B252E2}"/>
              </a:ext>
            </a:extLst>
          </p:cNvPr>
          <p:cNvSpPr>
            <a:spLocks noGrp="1"/>
          </p:cNvSpPr>
          <p:nvPr>
            <p:ph sz="quarter" idx="68" hasCustomPrompt="1"/>
          </p:nvPr>
        </p:nvSpPr>
        <p:spPr bwMode="gray">
          <a:xfrm>
            <a:off x="5565844" y="1225552"/>
            <a:ext cx="1483690" cy="1195056"/>
          </a:xfrm>
        </p:spPr>
        <p:txBody>
          <a:bodyPr/>
          <a:lstStyle>
            <a:lvl1pPr algn="ctr"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9" name="Inhaltsplatzhalter 35">
            <a:extLst>
              <a:ext uri="{FF2B5EF4-FFF2-40B4-BE49-F238E27FC236}">
                <a16:creationId xmlns:a16="http://schemas.microsoft.com/office/drawing/2014/main" id="{B9872692-C20F-A68F-A6D1-020E7A4E883F}"/>
              </a:ext>
            </a:extLst>
          </p:cNvPr>
          <p:cNvSpPr>
            <a:spLocks noGrp="1"/>
          </p:cNvSpPr>
          <p:nvPr>
            <p:ph sz="quarter" idx="69" hasCustomPrompt="1"/>
          </p:nvPr>
        </p:nvSpPr>
        <p:spPr bwMode="gray">
          <a:xfrm>
            <a:off x="7301534" y="1225552"/>
            <a:ext cx="1483690" cy="1195056"/>
          </a:xfrm>
        </p:spPr>
        <p:txBody>
          <a:bodyPr/>
          <a:lstStyle>
            <a:lvl1pPr algn="ctr"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65" name="Inhaltsplatzhalter 35">
            <a:extLst>
              <a:ext uri="{FF2B5EF4-FFF2-40B4-BE49-F238E27FC236}">
                <a16:creationId xmlns:a16="http://schemas.microsoft.com/office/drawing/2014/main" id="{CBF716EA-AEAC-0F8E-9678-05D8BB329D37}"/>
              </a:ext>
            </a:extLst>
          </p:cNvPr>
          <p:cNvSpPr>
            <a:spLocks noGrp="1"/>
          </p:cNvSpPr>
          <p:nvPr>
            <p:ph sz="quarter" idx="70" hasCustomPrompt="1"/>
          </p:nvPr>
        </p:nvSpPr>
        <p:spPr bwMode="gray">
          <a:xfrm>
            <a:off x="358774" y="3099351"/>
            <a:ext cx="1483690" cy="1195056"/>
          </a:xfrm>
        </p:spPr>
        <p:txBody>
          <a:bodyPr/>
          <a:lstStyle>
            <a:lvl1pPr algn="ctr"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66" name="Inhaltsplatzhalter 35">
            <a:extLst>
              <a:ext uri="{FF2B5EF4-FFF2-40B4-BE49-F238E27FC236}">
                <a16:creationId xmlns:a16="http://schemas.microsoft.com/office/drawing/2014/main" id="{E6BCEC3A-336C-DFCD-DA2F-6DF79DC775ED}"/>
              </a:ext>
            </a:extLst>
          </p:cNvPr>
          <p:cNvSpPr>
            <a:spLocks noGrp="1"/>
          </p:cNvSpPr>
          <p:nvPr>
            <p:ph sz="quarter" idx="71" hasCustomPrompt="1"/>
          </p:nvPr>
        </p:nvSpPr>
        <p:spPr bwMode="gray">
          <a:xfrm>
            <a:off x="2094464" y="3099351"/>
            <a:ext cx="1483690" cy="1195056"/>
          </a:xfrm>
        </p:spPr>
        <p:txBody>
          <a:bodyPr/>
          <a:lstStyle>
            <a:lvl1pPr algn="ctr"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67" name="Inhaltsplatzhalter 35">
            <a:extLst>
              <a:ext uri="{FF2B5EF4-FFF2-40B4-BE49-F238E27FC236}">
                <a16:creationId xmlns:a16="http://schemas.microsoft.com/office/drawing/2014/main" id="{96FCEDC1-93B7-8365-70F3-9CD27BF1B121}"/>
              </a:ext>
            </a:extLst>
          </p:cNvPr>
          <p:cNvSpPr>
            <a:spLocks noGrp="1"/>
          </p:cNvSpPr>
          <p:nvPr>
            <p:ph sz="quarter" idx="72" hasCustomPrompt="1"/>
          </p:nvPr>
        </p:nvSpPr>
        <p:spPr bwMode="gray">
          <a:xfrm>
            <a:off x="3830154" y="3099351"/>
            <a:ext cx="1483690" cy="1195056"/>
          </a:xfrm>
        </p:spPr>
        <p:txBody>
          <a:bodyPr/>
          <a:lstStyle>
            <a:lvl1pPr algn="ctr"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68" name="Inhaltsplatzhalter 35">
            <a:extLst>
              <a:ext uri="{FF2B5EF4-FFF2-40B4-BE49-F238E27FC236}">
                <a16:creationId xmlns:a16="http://schemas.microsoft.com/office/drawing/2014/main" id="{57949CC2-7CE7-B414-EC41-2D7EC61D3E74}"/>
              </a:ext>
            </a:extLst>
          </p:cNvPr>
          <p:cNvSpPr>
            <a:spLocks noGrp="1"/>
          </p:cNvSpPr>
          <p:nvPr>
            <p:ph sz="quarter" idx="73" hasCustomPrompt="1"/>
          </p:nvPr>
        </p:nvSpPr>
        <p:spPr bwMode="gray">
          <a:xfrm>
            <a:off x="5565844" y="3099351"/>
            <a:ext cx="1483690" cy="1195056"/>
          </a:xfrm>
        </p:spPr>
        <p:txBody>
          <a:bodyPr/>
          <a:lstStyle>
            <a:lvl1pPr algn="ctr"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69" name="Inhaltsplatzhalter 35">
            <a:extLst>
              <a:ext uri="{FF2B5EF4-FFF2-40B4-BE49-F238E27FC236}">
                <a16:creationId xmlns:a16="http://schemas.microsoft.com/office/drawing/2014/main" id="{595DDC1F-F1B6-5CBA-F82B-EBF4F3BE3E2B}"/>
              </a:ext>
            </a:extLst>
          </p:cNvPr>
          <p:cNvSpPr>
            <a:spLocks noGrp="1"/>
          </p:cNvSpPr>
          <p:nvPr>
            <p:ph sz="quarter" idx="74" hasCustomPrompt="1"/>
          </p:nvPr>
        </p:nvSpPr>
        <p:spPr bwMode="gray">
          <a:xfrm>
            <a:off x="7301534" y="3099351"/>
            <a:ext cx="1483690" cy="1195056"/>
          </a:xfrm>
        </p:spPr>
        <p:txBody>
          <a:bodyPr/>
          <a:lstStyle>
            <a:lvl1pPr algn="ctr">
              <a:defRPr sz="12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31" name="Textplatzhalter 27">
            <a:extLst>
              <a:ext uri="{FF2B5EF4-FFF2-40B4-BE49-F238E27FC236}">
                <a16:creationId xmlns:a16="http://schemas.microsoft.com/office/drawing/2014/main" id="{B59D2F48-A048-2651-2B34-480342A8319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358775" y="2519955"/>
            <a:ext cx="1483690" cy="327396"/>
          </a:xfrm>
        </p:spPr>
        <p:txBody>
          <a:bodyPr anchor="ctr"/>
          <a:lstStyle>
            <a:lvl1pPr algn="ctr"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33" name="Textplatzhalter 27">
            <a:extLst>
              <a:ext uri="{FF2B5EF4-FFF2-40B4-BE49-F238E27FC236}">
                <a16:creationId xmlns:a16="http://schemas.microsoft.com/office/drawing/2014/main" id="{B53C47CB-C00E-3607-3695-7F73B82B89D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 bwMode="gray">
          <a:xfrm>
            <a:off x="2094465" y="2519955"/>
            <a:ext cx="1483690" cy="327396"/>
          </a:xfrm>
        </p:spPr>
        <p:txBody>
          <a:bodyPr anchor="ctr"/>
          <a:lstStyle>
            <a:lvl1pPr algn="ctr"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45" name="Textplatzhalter 27">
            <a:extLst>
              <a:ext uri="{FF2B5EF4-FFF2-40B4-BE49-F238E27FC236}">
                <a16:creationId xmlns:a16="http://schemas.microsoft.com/office/drawing/2014/main" id="{D430D390-85AB-41C2-1A8D-89ACA7799144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gray">
          <a:xfrm>
            <a:off x="3830155" y="2519955"/>
            <a:ext cx="1483690" cy="327396"/>
          </a:xfrm>
        </p:spPr>
        <p:txBody>
          <a:bodyPr anchor="ctr"/>
          <a:lstStyle>
            <a:lvl1pPr algn="ctr"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48" name="Textplatzhalter 27">
            <a:extLst>
              <a:ext uri="{FF2B5EF4-FFF2-40B4-BE49-F238E27FC236}">
                <a16:creationId xmlns:a16="http://schemas.microsoft.com/office/drawing/2014/main" id="{79C64B3C-A160-E131-E348-6AC6E609673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gray">
          <a:xfrm>
            <a:off x="5565845" y="2519955"/>
            <a:ext cx="1483690" cy="327396"/>
          </a:xfrm>
        </p:spPr>
        <p:txBody>
          <a:bodyPr anchor="ctr"/>
          <a:lstStyle>
            <a:lvl1pPr algn="ctr"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51" name="Textplatzhalter 27">
            <a:extLst>
              <a:ext uri="{FF2B5EF4-FFF2-40B4-BE49-F238E27FC236}">
                <a16:creationId xmlns:a16="http://schemas.microsoft.com/office/drawing/2014/main" id="{8EE72BA7-8A67-0D8A-3ED8-A5EC55CA847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 bwMode="gray">
          <a:xfrm>
            <a:off x="7301535" y="2519955"/>
            <a:ext cx="1483690" cy="327396"/>
          </a:xfrm>
        </p:spPr>
        <p:txBody>
          <a:bodyPr anchor="ctr"/>
          <a:lstStyle>
            <a:lvl1pPr algn="ctr"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37" name="Textplatzhalter 27">
            <a:extLst>
              <a:ext uri="{FF2B5EF4-FFF2-40B4-BE49-F238E27FC236}">
                <a16:creationId xmlns:a16="http://schemas.microsoft.com/office/drawing/2014/main" id="{90E5780A-AB33-3315-BD09-032786F91F9C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 bwMode="gray">
          <a:xfrm>
            <a:off x="358775" y="4393754"/>
            <a:ext cx="1483690" cy="327396"/>
          </a:xfrm>
        </p:spPr>
        <p:txBody>
          <a:bodyPr anchor="ctr"/>
          <a:lstStyle>
            <a:lvl1pPr algn="ctr"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39" name="Textplatzhalter 27">
            <a:extLst>
              <a:ext uri="{FF2B5EF4-FFF2-40B4-BE49-F238E27FC236}">
                <a16:creationId xmlns:a16="http://schemas.microsoft.com/office/drawing/2014/main" id="{05589178-A916-E816-B249-441B2DE40D6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 bwMode="gray">
          <a:xfrm>
            <a:off x="2094465" y="4393754"/>
            <a:ext cx="1483690" cy="327396"/>
          </a:xfrm>
        </p:spPr>
        <p:txBody>
          <a:bodyPr anchor="ctr"/>
          <a:lstStyle>
            <a:lvl1pPr algn="ctr"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41" name="Textplatzhalter 27">
            <a:extLst>
              <a:ext uri="{FF2B5EF4-FFF2-40B4-BE49-F238E27FC236}">
                <a16:creationId xmlns:a16="http://schemas.microsoft.com/office/drawing/2014/main" id="{BC8DD362-2DDA-177A-18BA-315919FD0081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 bwMode="gray">
          <a:xfrm>
            <a:off x="3830155" y="4393754"/>
            <a:ext cx="1483690" cy="327396"/>
          </a:xfrm>
        </p:spPr>
        <p:txBody>
          <a:bodyPr anchor="ctr"/>
          <a:lstStyle>
            <a:lvl1pPr algn="ctr"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52" name="Textplatzhalter 27">
            <a:extLst>
              <a:ext uri="{FF2B5EF4-FFF2-40B4-BE49-F238E27FC236}">
                <a16:creationId xmlns:a16="http://schemas.microsoft.com/office/drawing/2014/main" id="{03946466-7483-66E7-42FD-2DE13668DF6F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 bwMode="gray">
          <a:xfrm>
            <a:off x="5565845" y="4393754"/>
            <a:ext cx="1483690" cy="327396"/>
          </a:xfrm>
        </p:spPr>
        <p:txBody>
          <a:bodyPr anchor="ctr"/>
          <a:lstStyle>
            <a:lvl1pPr algn="ctr"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54" name="Textplatzhalter 27">
            <a:extLst>
              <a:ext uri="{FF2B5EF4-FFF2-40B4-BE49-F238E27FC236}">
                <a16:creationId xmlns:a16="http://schemas.microsoft.com/office/drawing/2014/main" id="{102E9933-5F12-43E3-D63B-05C910EFF0FA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 bwMode="gray">
          <a:xfrm>
            <a:off x="7301535" y="4393754"/>
            <a:ext cx="1483690" cy="327396"/>
          </a:xfrm>
        </p:spPr>
        <p:txBody>
          <a:bodyPr anchor="ctr"/>
          <a:lstStyle>
            <a:lvl1pPr algn="ctr">
              <a:defRPr sz="12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41515A4D-DB30-4932-CC69-3E28048437A5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CF0989-C7D8-6ED7-8302-1955D9FD3680}"/>
              </a:ext>
            </a:extLst>
          </p:cNvPr>
          <p:cNvSpPr>
            <a:spLocks noGrp="1"/>
          </p:cNvSpPr>
          <p:nvPr>
            <p:ph type="dt" sz="half" idx="7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B69F83C-4053-215B-46C9-0B33F2E10426}"/>
              </a:ext>
            </a:extLst>
          </p:cNvPr>
          <p:cNvSpPr>
            <a:spLocks noGrp="1"/>
          </p:cNvSpPr>
          <p:nvPr>
            <p:ph type="ftr" sz="quarter" idx="7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9CCA0B8-0F31-8354-FD6C-D4821E121B60}"/>
              </a:ext>
            </a:extLst>
          </p:cNvPr>
          <p:cNvSpPr>
            <a:spLocks noGrp="1"/>
          </p:cNvSpPr>
          <p:nvPr>
            <p:ph type="sldNum" sz="quarter" idx="7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47328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64" userDrawn="1">
          <p15:clr>
            <a:srgbClr val="FBAE40"/>
          </p15:clr>
        </p15:guide>
        <p15:guide id="2" pos="1319" userDrawn="1">
          <p15:clr>
            <a:srgbClr val="FBAE40"/>
          </p15:clr>
        </p15:guide>
        <p15:guide id="3" pos="2255" userDrawn="1">
          <p15:clr>
            <a:srgbClr val="FBAE40"/>
          </p15:clr>
        </p15:guide>
        <p15:guide id="4" pos="2410" userDrawn="1">
          <p15:clr>
            <a:srgbClr val="FBAE40"/>
          </p15:clr>
        </p15:guide>
        <p15:guide id="5" pos="3350" userDrawn="1">
          <p15:clr>
            <a:srgbClr val="FBAE40"/>
          </p15:clr>
        </p15:guide>
        <p15:guide id="6" pos="3505" userDrawn="1">
          <p15:clr>
            <a:srgbClr val="FBAE40"/>
          </p15:clr>
        </p15:guide>
        <p15:guide id="7" pos="4444" userDrawn="1">
          <p15:clr>
            <a:srgbClr val="FBAE40"/>
          </p15:clr>
        </p15:guide>
        <p15:guide id="8" pos="459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x 3-spaltig Bild + Erläute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" name="think-cell data - do not delete" hidden="1">
            <a:extLst>
              <a:ext uri="{FF2B5EF4-FFF2-40B4-BE49-F238E27FC236}">
                <a16:creationId xmlns:a16="http://schemas.microsoft.com/office/drawing/2014/main" id="{A4659A50-A8BF-9545-245F-009D3D843E0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5097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6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4659A50-A8BF-9545-245F-009D3D843E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0" name="Inhaltsplatzhalter 35">
            <a:extLst>
              <a:ext uri="{FF2B5EF4-FFF2-40B4-BE49-F238E27FC236}">
                <a16:creationId xmlns:a16="http://schemas.microsoft.com/office/drawing/2014/main" id="{3F05C0BA-ECF1-AB1B-C506-A579817C7E3F}"/>
              </a:ext>
            </a:extLst>
          </p:cNvPr>
          <p:cNvSpPr>
            <a:spLocks noGrp="1"/>
          </p:cNvSpPr>
          <p:nvPr>
            <p:ph sz="quarter" idx="66" hasCustomPrompt="1"/>
          </p:nvPr>
        </p:nvSpPr>
        <p:spPr bwMode="gray">
          <a:xfrm>
            <a:off x="358774" y="1225551"/>
            <a:ext cx="1852098" cy="1070088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5" name="Inhaltsplatzhalter 35">
            <a:extLst>
              <a:ext uri="{FF2B5EF4-FFF2-40B4-BE49-F238E27FC236}">
                <a16:creationId xmlns:a16="http://schemas.microsoft.com/office/drawing/2014/main" id="{6DE8660E-5A33-C18A-5B01-708587B47F1C}"/>
              </a:ext>
            </a:extLst>
          </p:cNvPr>
          <p:cNvSpPr>
            <a:spLocks noGrp="1"/>
          </p:cNvSpPr>
          <p:nvPr>
            <p:ph sz="quarter" idx="67" hasCustomPrompt="1"/>
          </p:nvPr>
        </p:nvSpPr>
        <p:spPr bwMode="gray">
          <a:xfrm>
            <a:off x="358775" y="3098600"/>
            <a:ext cx="1852097" cy="1070088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6" name="Inhaltsplatzhalter 35">
            <a:extLst>
              <a:ext uri="{FF2B5EF4-FFF2-40B4-BE49-F238E27FC236}">
                <a16:creationId xmlns:a16="http://schemas.microsoft.com/office/drawing/2014/main" id="{F12415CE-1266-E334-6A65-602801FC8FA9}"/>
              </a:ext>
            </a:extLst>
          </p:cNvPr>
          <p:cNvSpPr>
            <a:spLocks noGrp="1"/>
          </p:cNvSpPr>
          <p:nvPr>
            <p:ph sz="quarter" idx="68" hasCustomPrompt="1"/>
          </p:nvPr>
        </p:nvSpPr>
        <p:spPr bwMode="gray">
          <a:xfrm>
            <a:off x="2390872" y="1225551"/>
            <a:ext cx="1852098" cy="1070088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7" name="Inhaltsplatzhalter 35">
            <a:extLst>
              <a:ext uri="{FF2B5EF4-FFF2-40B4-BE49-F238E27FC236}">
                <a16:creationId xmlns:a16="http://schemas.microsoft.com/office/drawing/2014/main" id="{21A4BBEA-5C52-77EE-DA9C-3CE20181A7F1}"/>
              </a:ext>
            </a:extLst>
          </p:cNvPr>
          <p:cNvSpPr>
            <a:spLocks noGrp="1"/>
          </p:cNvSpPr>
          <p:nvPr>
            <p:ph sz="quarter" idx="69" hasCustomPrompt="1"/>
          </p:nvPr>
        </p:nvSpPr>
        <p:spPr bwMode="gray">
          <a:xfrm>
            <a:off x="2390872" y="3098600"/>
            <a:ext cx="1851375" cy="1070088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8" name="Inhaltsplatzhalter 35">
            <a:extLst>
              <a:ext uri="{FF2B5EF4-FFF2-40B4-BE49-F238E27FC236}">
                <a16:creationId xmlns:a16="http://schemas.microsoft.com/office/drawing/2014/main" id="{9FD87FFC-D0B9-9E96-AB46-DEE013C4A4F6}"/>
              </a:ext>
            </a:extLst>
          </p:cNvPr>
          <p:cNvSpPr>
            <a:spLocks noGrp="1"/>
          </p:cNvSpPr>
          <p:nvPr>
            <p:ph sz="quarter" idx="70" hasCustomPrompt="1"/>
          </p:nvPr>
        </p:nvSpPr>
        <p:spPr bwMode="gray">
          <a:xfrm>
            <a:off x="4422970" y="1225551"/>
            <a:ext cx="1852098" cy="1070088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59" name="Inhaltsplatzhalter 35">
            <a:extLst>
              <a:ext uri="{FF2B5EF4-FFF2-40B4-BE49-F238E27FC236}">
                <a16:creationId xmlns:a16="http://schemas.microsoft.com/office/drawing/2014/main" id="{BF436441-2E66-4B33-F0B0-75FF0FBAB536}"/>
              </a:ext>
            </a:extLst>
          </p:cNvPr>
          <p:cNvSpPr>
            <a:spLocks noGrp="1"/>
          </p:cNvSpPr>
          <p:nvPr>
            <p:ph sz="quarter" idx="71" hasCustomPrompt="1"/>
          </p:nvPr>
        </p:nvSpPr>
        <p:spPr bwMode="gray">
          <a:xfrm>
            <a:off x="4421188" y="3098600"/>
            <a:ext cx="1852098" cy="1070088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31" name="Textplatzhalter 27">
            <a:extLst>
              <a:ext uri="{FF2B5EF4-FFF2-40B4-BE49-F238E27FC236}">
                <a16:creationId xmlns:a16="http://schemas.microsoft.com/office/drawing/2014/main" id="{B59D2F48-A048-2651-2B34-480342A8319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358775" y="2393485"/>
            <a:ext cx="1852097" cy="453115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37" name="Textplatzhalter 27">
            <a:extLst>
              <a:ext uri="{FF2B5EF4-FFF2-40B4-BE49-F238E27FC236}">
                <a16:creationId xmlns:a16="http://schemas.microsoft.com/office/drawing/2014/main" id="{90E5780A-AB33-3315-BD09-032786F91F9C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 bwMode="gray">
          <a:xfrm>
            <a:off x="358775" y="4268035"/>
            <a:ext cx="1852097" cy="453115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26" name="Textplatzhalter 27">
            <a:extLst>
              <a:ext uri="{FF2B5EF4-FFF2-40B4-BE49-F238E27FC236}">
                <a16:creationId xmlns:a16="http://schemas.microsoft.com/office/drawing/2014/main" id="{24689ED5-12A2-A8B4-CAFE-065832C1909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 bwMode="gray">
          <a:xfrm>
            <a:off x="2390871" y="2393485"/>
            <a:ext cx="1852674" cy="453115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28" name="Textplatzhalter 27">
            <a:extLst>
              <a:ext uri="{FF2B5EF4-FFF2-40B4-BE49-F238E27FC236}">
                <a16:creationId xmlns:a16="http://schemas.microsoft.com/office/drawing/2014/main" id="{9E294BFE-AE4C-F027-BE6D-C19EBD3783C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 bwMode="gray">
          <a:xfrm>
            <a:off x="2390871" y="4268035"/>
            <a:ext cx="1852674" cy="453115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32" name="Textplatzhalter 27">
            <a:extLst>
              <a:ext uri="{FF2B5EF4-FFF2-40B4-BE49-F238E27FC236}">
                <a16:creationId xmlns:a16="http://schemas.microsoft.com/office/drawing/2014/main" id="{56C77A34-88D0-8BED-925C-93F3D807EB0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 bwMode="gray">
          <a:xfrm>
            <a:off x="4422969" y="2393485"/>
            <a:ext cx="1852098" cy="453115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35" name="Textplatzhalter 27">
            <a:extLst>
              <a:ext uri="{FF2B5EF4-FFF2-40B4-BE49-F238E27FC236}">
                <a16:creationId xmlns:a16="http://schemas.microsoft.com/office/drawing/2014/main" id="{9B900E9D-6E4C-847F-A91E-C5870335EDE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 bwMode="gray">
          <a:xfrm>
            <a:off x="4421187" y="4268035"/>
            <a:ext cx="1852098" cy="453115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AF175C14-D62F-6413-C492-A62C1B6758EA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28959B7-CD04-3DD3-CDB8-31AB0706918F}"/>
              </a:ext>
            </a:extLst>
          </p:cNvPr>
          <p:cNvSpPr>
            <a:spLocks noGrp="1"/>
          </p:cNvSpPr>
          <p:nvPr>
            <p:ph sz="quarter" idx="76"/>
          </p:nvPr>
        </p:nvSpPr>
        <p:spPr bwMode="gray">
          <a:xfrm>
            <a:off x="6455067" y="1225550"/>
            <a:ext cx="2330157" cy="3495600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B6F6CC-5EA5-91BA-9DE8-B6AB3A46B87F}"/>
              </a:ext>
            </a:extLst>
          </p:cNvPr>
          <p:cNvSpPr>
            <a:spLocks noGrp="1"/>
          </p:cNvSpPr>
          <p:nvPr>
            <p:ph type="dt" sz="half" idx="77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674E89D-4189-BF73-9452-589C6A993B14}"/>
              </a:ext>
            </a:extLst>
          </p:cNvPr>
          <p:cNvSpPr>
            <a:spLocks noGrp="1"/>
          </p:cNvSpPr>
          <p:nvPr>
            <p:ph type="ftr" sz="quarter" idx="78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01C7484-B7DE-BE6C-949D-E945F52309AB}"/>
              </a:ext>
            </a:extLst>
          </p:cNvPr>
          <p:cNvSpPr>
            <a:spLocks noGrp="1"/>
          </p:cNvSpPr>
          <p:nvPr>
            <p:ph type="sldNum" sz="quarter" idx="79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7514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56" userDrawn="1">
          <p15:clr>
            <a:srgbClr val="FBAE40"/>
          </p15:clr>
        </p15:guide>
        <p15:guide id="2" pos="4064" userDrawn="1">
          <p15:clr>
            <a:srgbClr val="FBAE40"/>
          </p15:clr>
        </p15:guide>
        <p15:guide id="3" pos="1395" userDrawn="1">
          <p15:clr>
            <a:srgbClr val="FBAE40"/>
          </p15:clr>
        </p15:guide>
        <p15:guide id="4" pos="1504" userDrawn="1">
          <p15:clr>
            <a:srgbClr val="FBAE40"/>
          </p15:clr>
        </p15:guide>
        <p15:guide id="5" pos="2674" userDrawn="1">
          <p15:clr>
            <a:srgbClr val="FBAE40"/>
          </p15:clr>
        </p15:guide>
        <p15:guide id="6" pos="27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DCEB-742F-1C52-EBA1-0D59BB2487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97991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DCEB-742F-1C52-EBA1-0D59BB2487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Inhaltsplatzhalter 26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65126" y="1230108"/>
            <a:ext cx="8420098" cy="3492000"/>
          </a:xfrm>
          <a:ln w="19050">
            <a:solidFill>
              <a:srgbClr val="CC0000"/>
            </a:solidFill>
          </a:ln>
        </p:spPr>
        <p:txBody>
          <a:bodyPr lIns="252000" tIns="252000" rIns="252000" bIns="252000" anchor="ctr" anchorCtr="0"/>
          <a:lstStyle>
            <a:lvl1pPr marL="0">
              <a:defRPr/>
            </a:lvl1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F9437D1C-DB84-309B-56CB-6357F19070F9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267F41-D56F-BED8-EC70-3952816400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D296040-ECA2-8ADD-4A4F-0A697838D5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1E6EF66-33A7-0C87-9CA6-AD4D00F1F5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832667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CCFA5A94-F033-B4CF-389F-1A187A0E426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0762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CFA5A94-F033-B4CF-389F-1A187A0E42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17">
            <a:extLst>
              <a:ext uri="{FF2B5EF4-FFF2-40B4-BE49-F238E27FC236}">
                <a16:creationId xmlns:a16="http://schemas.microsoft.com/office/drawing/2014/main" id="{9F444CDB-9542-8879-9450-9E625536960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358776" y="1225550"/>
            <a:ext cx="8426448" cy="3495600"/>
          </a:xfrm>
        </p:spPr>
        <p:txBody>
          <a:bodyPr/>
          <a:lstStyle/>
          <a:p>
            <a:r>
              <a:rPr lang="de-DE" dirty="0"/>
              <a:t>Klicken Sie auf das Icon, um ein Bild einzufügen</a:t>
            </a:r>
          </a:p>
        </p:txBody>
      </p:sp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1988E057-3242-4200-5C12-CF3FEA19C0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ED0F80D8-DFB9-D931-7EC8-C082954C3A5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FBBBC91-33EA-46E1-566E-31B82CA58CA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1E8FBE1-23A7-7E2C-1666-E8E33C5ACD7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6F56BC-BEA5-574A-22F8-C5734D313E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048103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+ Bild ohne Fußno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9879A171-283C-2499-7094-0EAB5015916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2202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879A171-283C-2499-7094-0EAB501591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17">
            <a:extLst>
              <a:ext uri="{FF2B5EF4-FFF2-40B4-BE49-F238E27FC236}">
                <a16:creationId xmlns:a16="http://schemas.microsoft.com/office/drawing/2014/main" id="{9F444CDB-9542-8879-9450-9E625536960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1225550"/>
            <a:ext cx="9144000" cy="3917950"/>
          </a:xfrm>
        </p:spPr>
        <p:txBody>
          <a:bodyPr/>
          <a:lstStyle/>
          <a:p>
            <a:r>
              <a:rPr lang="de-DE" dirty="0"/>
              <a:t>Klicken Sie auf das Icon, um ein Bild einzufügen</a:t>
            </a:r>
          </a:p>
        </p:txBody>
      </p:sp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1988E057-3242-4200-5C12-CF3FEA19C0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21E8713A-D3D6-FE4B-3A6B-05715418FAC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2" name="Grafik 1" descr="Ein Bild, das Logo enthält.&#10;&#10;Automatisch generierte Beschreibung">
            <a:extLst>
              <a:ext uri="{FF2B5EF4-FFF2-40B4-BE49-F238E27FC236}">
                <a16:creationId xmlns:a16="http://schemas.microsoft.com/office/drawing/2014/main" id="{0F591FF4-BBD4-6278-673F-54B7855A960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/>
          </a:blip>
          <a:stretch>
            <a:fillRect/>
          </a:stretch>
        </p:blipFill>
        <p:spPr bwMode="gray">
          <a:xfrm>
            <a:off x="7581433" y="253192"/>
            <a:ext cx="1331197" cy="48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6509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ol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17">
            <a:extLst>
              <a:ext uri="{FF2B5EF4-FFF2-40B4-BE49-F238E27FC236}">
                <a16:creationId xmlns:a16="http://schemas.microsoft.com/office/drawing/2014/main" id="{BEE0CB74-CEAD-F77D-1ECE-CD50A8016B6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0"/>
            <a:ext cx="9144000" cy="5143500"/>
          </a:xfrm>
        </p:spPr>
        <p:txBody>
          <a:bodyPr/>
          <a:lstStyle/>
          <a:p>
            <a:r>
              <a:rPr lang="de-DE" dirty="0"/>
              <a:t>Klicken Sie auf das Icon, um ein Bild einzufügen</a:t>
            </a:r>
          </a:p>
        </p:txBody>
      </p:sp>
    </p:spTree>
    <p:extLst>
      <p:ext uri="{BB962C8B-B14F-4D97-AF65-F5344CB8AC3E}">
        <p14:creationId xmlns:p14="http://schemas.microsoft.com/office/powerpoint/2010/main" val="5048151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B7E4513D-7507-1569-90D9-F2D48878D4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60059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7E4513D-7507-1569-90D9-F2D48878D4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90D73AA-DEAE-0508-906B-29A7D712F1A8}"/>
              </a:ext>
            </a:extLst>
          </p:cNvPr>
          <p:cNvCxnSpPr/>
          <p:nvPr/>
        </p:nvCxnSpPr>
        <p:spPr bwMode="gray">
          <a:xfrm>
            <a:off x="1792679" y="2390153"/>
            <a:ext cx="2653908" cy="0"/>
          </a:xfrm>
          <a:prstGeom prst="line">
            <a:avLst/>
          </a:prstGeom>
          <a:ln w="95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Bildplatzhalter 17">
            <a:extLst>
              <a:ext uri="{FF2B5EF4-FFF2-40B4-BE49-F238E27FC236}">
                <a16:creationId xmlns:a16="http://schemas.microsoft.com/office/drawing/2014/main" id="{BFC72810-9CB2-4A6A-795A-1A1AF537056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358775" y="1729549"/>
            <a:ext cx="1299225" cy="1921544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19" name="Bildplatzhalter 17">
            <a:extLst>
              <a:ext uri="{FF2B5EF4-FFF2-40B4-BE49-F238E27FC236}">
                <a16:creationId xmlns:a16="http://schemas.microsoft.com/office/drawing/2014/main" id="{4AD0C085-E1AF-1E16-2124-1442127C2CC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4697414" y="1729549"/>
            <a:ext cx="1299225" cy="1921544"/>
          </a:xfrm>
        </p:spPr>
        <p:txBody>
          <a:bodyPr/>
          <a:lstStyle/>
          <a:p>
            <a:r>
              <a:rPr lang="de-DE" dirty="0"/>
              <a:t>Bild durch Klicken auf Symbol hinzufügen</a:t>
            </a:r>
          </a:p>
        </p:txBody>
      </p:sp>
      <p:sp>
        <p:nvSpPr>
          <p:cNvPr id="20" name="Textplatzhalter 17">
            <a:extLst>
              <a:ext uri="{FF2B5EF4-FFF2-40B4-BE49-F238E27FC236}">
                <a16:creationId xmlns:a16="http://schemas.microsoft.com/office/drawing/2014/main" id="{9CB4D003-571A-998D-5FE0-5D6675D0AF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1792678" y="1857685"/>
            <a:ext cx="2653909" cy="443198"/>
          </a:xfrm>
        </p:spPr>
        <p:txBody>
          <a:bodyPr anchor="b" anchorCtr="0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defRPr lang="de-DE" sz="1600" b="0" kern="1200" dirty="0">
                <a:solidFill>
                  <a:schemeClr val="tx1"/>
                </a:solidFill>
                <a:latin typeface="Wuerth Bold" panose="020B0802020204020204" pitchFamily="34" charset="0"/>
                <a:ea typeface="+mn-ea"/>
                <a:cs typeface="+mn-cs"/>
              </a:defRPr>
            </a:lvl1pPr>
            <a:lvl2pPr marL="0" indent="0">
              <a:spcAft>
                <a:spcPts val="0"/>
              </a:spcAft>
              <a:buNone/>
              <a:defRPr/>
            </a:lvl2pPr>
            <a:lvl3pPr marL="0" indent="0">
              <a:spcAft>
                <a:spcPts val="0"/>
              </a:spcAft>
              <a:buNone/>
              <a:defRPr/>
            </a:lvl3pPr>
            <a:lvl4pPr marL="0" indent="0">
              <a:spcAft>
                <a:spcPts val="0"/>
              </a:spcAft>
              <a:buNone/>
              <a:defRPr/>
            </a:lvl4pPr>
            <a:lvl5pPr marL="0" indent="0"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Vorname Name</a:t>
            </a:r>
          </a:p>
        </p:txBody>
      </p:sp>
      <p:sp>
        <p:nvSpPr>
          <p:cNvPr id="21" name="Textplatzhalter 23">
            <a:extLst>
              <a:ext uri="{FF2B5EF4-FFF2-40B4-BE49-F238E27FC236}">
                <a16:creationId xmlns:a16="http://schemas.microsoft.com/office/drawing/2014/main" id="{D8A4E527-070A-2594-0FB4-93C3629F0D5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1791961" y="2479424"/>
            <a:ext cx="2654626" cy="3693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2pPr>
            <a:lvl3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5pPr>
          </a:lstStyle>
          <a:p>
            <a:pPr lvl="0"/>
            <a:r>
              <a:rPr lang="de-DE" dirty="0"/>
              <a:t>Position</a:t>
            </a:r>
          </a:p>
        </p:txBody>
      </p:sp>
      <p:sp>
        <p:nvSpPr>
          <p:cNvPr id="22" name="Textplatzhalter 23">
            <a:extLst>
              <a:ext uri="{FF2B5EF4-FFF2-40B4-BE49-F238E27FC236}">
                <a16:creationId xmlns:a16="http://schemas.microsoft.com/office/drawing/2014/main" id="{A16C2ADE-F6E0-C68D-7B13-43E13ABB9B4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1790525" y="2918271"/>
            <a:ext cx="2656062" cy="18466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2pPr>
            <a:lvl3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5pPr>
          </a:lstStyle>
          <a:p>
            <a:pPr lvl="0"/>
            <a:r>
              <a:rPr lang="de-DE" dirty="0"/>
              <a:t>Telefon +49 7940 15-0</a:t>
            </a:r>
          </a:p>
        </p:txBody>
      </p:sp>
      <p:sp>
        <p:nvSpPr>
          <p:cNvPr id="23" name="Textplatzhalter 23">
            <a:extLst>
              <a:ext uri="{FF2B5EF4-FFF2-40B4-BE49-F238E27FC236}">
                <a16:creationId xmlns:a16="http://schemas.microsoft.com/office/drawing/2014/main" id="{A86A066F-C5EC-D090-1D0E-FE20C56955E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1791961" y="3130713"/>
            <a:ext cx="2654626" cy="18466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2pPr>
            <a:lvl3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5pPr>
          </a:lstStyle>
          <a:p>
            <a:pPr lvl="0"/>
            <a:r>
              <a:rPr lang="de-DE" dirty="0"/>
              <a:t>Mobil +49 0123 456 789 0</a:t>
            </a:r>
          </a:p>
        </p:txBody>
      </p:sp>
      <p:sp>
        <p:nvSpPr>
          <p:cNvPr id="25" name="Textplatzhalter 23">
            <a:extLst>
              <a:ext uri="{FF2B5EF4-FFF2-40B4-BE49-F238E27FC236}">
                <a16:creationId xmlns:a16="http://schemas.microsoft.com/office/drawing/2014/main" id="{0DFC9270-935F-B9CF-4903-4BFA0CE653A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1791961" y="3343155"/>
            <a:ext cx="2654626" cy="18466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2pPr>
            <a:lvl3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5pPr>
          </a:lstStyle>
          <a:p>
            <a:pPr lvl="0"/>
            <a:r>
              <a:rPr lang="de-DE" dirty="0"/>
              <a:t>E-Mail vorname.name@wuerth.com</a:t>
            </a:r>
          </a:p>
        </p:txBody>
      </p:sp>
      <p:sp>
        <p:nvSpPr>
          <p:cNvPr id="26" name="Textplatzhalter 17">
            <a:extLst>
              <a:ext uri="{FF2B5EF4-FFF2-40B4-BE49-F238E27FC236}">
                <a16:creationId xmlns:a16="http://schemas.microsoft.com/office/drawing/2014/main" id="{EC512068-AB67-1A6A-4DBC-896E1B20DC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6131315" y="1857685"/>
            <a:ext cx="2653909" cy="443198"/>
          </a:xfrm>
        </p:spPr>
        <p:txBody>
          <a:bodyPr anchor="b" anchorCtr="0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defRPr lang="de-DE" sz="1600" b="0" kern="1200" dirty="0">
                <a:solidFill>
                  <a:schemeClr val="tx1"/>
                </a:solidFill>
                <a:latin typeface="Wuerth Bold" panose="020B0802020204020204" pitchFamily="34" charset="0"/>
                <a:ea typeface="+mn-ea"/>
                <a:cs typeface="+mn-cs"/>
              </a:defRPr>
            </a:lvl1pPr>
            <a:lvl2pPr marL="0" indent="0">
              <a:spcAft>
                <a:spcPts val="0"/>
              </a:spcAft>
              <a:buNone/>
              <a:defRPr/>
            </a:lvl2pPr>
            <a:lvl3pPr marL="0" indent="0">
              <a:spcAft>
                <a:spcPts val="0"/>
              </a:spcAft>
              <a:buNone/>
              <a:defRPr/>
            </a:lvl3pPr>
            <a:lvl4pPr marL="0" indent="0">
              <a:spcAft>
                <a:spcPts val="0"/>
              </a:spcAft>
              <a:buNone/>
              <a:defRPr/>
            </a:lvl4pPr>
            <a:lvl5pPr marL="0" indent="0"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Vorname Name</a:t>
            </a:r>
          </a:p>
        </p:txBody>
      </p:sp>
      <p:sp>
        <p:nvSpPr>
          <p:cNvPr id="30" name="Textplatzhalter 23">
            <a:extLst>
              <a:ext uri="{FF2B5EF4-FFF2-40B4-BE49-F238E27FC236}">
                <a16:creationId xmlns:a16="http://schemas.microsoft.com/office/drawing/2014/main" id="{E9AD9239-67C1-FC78-E7D5-AB5A3D5DDCA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6120594" y="2479424"/>
            <a:ext cx="2664630" cy="3693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2pPr>
            <a:lvl3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5pPr>
          </a:lstStyle>
          <a:p>
            <a:pPr lvl="0"/>
            <a:r>
              <a:rPr lang="de-DE" dirty="0"/>
              <a:t>Position</a:t>
            </a:r>
          </a:p>
          <a:p>
            <a:pPr lvl="0"/>
            <a:endParaRPr lang="de-DE" dirty="0"/>
          </a:p>
        </p:txBody>
      </p:sp>
      <p:sp>
        <p:nvSpPr>
          <p:cNvPr id="32" name="Textplatzhalter 23">
            <a:extLst>
              <a:ext uri="{FF2B5EF4-FFF2-40B4-BE49-F238E27FC236}">
                <a16:creationId xmlns:a16="http://schemas.microsoft.com/office/drawing/2014/main" id="{54591EA6-82C5-1600-27AA-88B9F2E0A1F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6120594" y="2918271"/>
            <a:ext cx="2664630" cy="18466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2pPr>
            <a:lvl3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5pPr>
          </a:lstStyle>
          <a:p>
            <a:pPr lvl="0"/>
            <a:r>
              <a:rPr lang="de-DE" dirty="0"/>
              <a:t>Telefon +49 7940 15-0</a:t>
            </a:r>
          </a:p>
        </p:txBody>
      </p:sp>
      <p:sp>
        <p:nvSpPr>
          <p:cNvPr id="37" name="Textplatzhalter 23">
            <a:extLst>
              <a:ext uri="{FF2B5EF4-FFF2-40B4-BE49-F238E27FC236}">
                <a16:creationId xmlns:a16="http://schemas.microsoft.com/office/drawing/2014/main" id="{8C6B4D55-7B6A-2AC2-347E-46C3F514449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120594" y="3130713"/>
            <a:ext cx="2664630" cy="18466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2pPr>
            <a:lvl3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5pPr>
          </a:lstStyle>
          <a:p>
            <a:pPr lvl="0"/>
            <a:r>
              <a:rPr lang="de-DE" dirty="0"/>
              <a:t>Mobil +49 0123 456 789 0</a:t>
            </a:r>
          </a:p>
        </p:txBody>
      </p:sp>
      <p:sp>
        <p:nvSpPr>
          <p:cNvPr id="38" name="Textplatzhalter 23">
            <a:extLst>
              <a:ext uri="{FF2B5EF4-FFF2-40B4-BE49-F238E27FC236}">
                <a16:creationId xmlns:a16="http://schemas.microsoft.com/office/drawing/2014/main" id="{03FE5BCF-D70D-54F9-F31C-248BE7F5E1C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120594" y="3343155"/>
            <a:ext cx="2664630" cy="18466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2pPr>
            <a:lvl3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200"/>
            </a:lvl5pPr>
          </a:lstStyle>
          <a:p>
            <a:pPr lvl="0"/>
            <a:r>
              <a:rPr lang="de-DE" dirty="0"/>
              <a:t>E-Mail vorname.name@wuerth.com</a:t>
            </a:r>
          </a:p>
        </p:txBody>
      </p:sp>
      <p:sp>
        <p:nvSpPr>
          <p:cNvPr id="39" name="Textplatzhalter 8">
            <a:extLst>
              <a:ext uri="{FF2B5EF4-FFF2-40B4-BE49-F238E27FC236}">
                <a16:creationId xmlns:a16="http://schemas.microsoft.com/office/drawing/2014/main" id="{EA16F354-E694-1724-54AF-318CCADBC8E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20594" y="2390153"/>
            <a:ext cx="2664630" cy="0"/>
          </a:xfrm>
          <a:solidFill>
            <a:srgbClr val="C4C4C4"/>
          </a:solidFill>
          <a:ln w="9525">
            <a:solidFill>
              <a:schemeClr val="accent4"/>
            </a:solidFill>
          </a:ln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de-DE" dirty="0"/>
              <a:t>.</a:t>
            </a:r>
          </a:p>
        </p:txBody>
      </p:sp>
      <p:sp>
        <p:nvSpPr>
          <p:cNvPr id="24" name="Titel 23">
            <a:extLst>
              <a:ext uri="{FF2B5EF4-FFF2-40B4-BE49-F238E27FC236}">
                <a16:creationId xmlns:a16="http://schemas.microsoft.com/office/drawing/2014/main" id="{279E36ED-8C00-FADD-E974-5238303ACE67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D95C41-3ADE-1AF5-46E7-D78CC0A762C2}"/>
              </a:ext>
            </a:extLst>
          </p:cNvPr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B97CFC3-8A23-1BF8-CEBD-FD20E6F2A6B7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50681974-7235-145F-FB7B-DD55244FF859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737860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1" userDrawn="1">
          <p15:clr>
            <a:srgbClr val="FBAE40"/>
          </p15:clr>
        </p15:guide>
        <p15:guide id="2" pos="2959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apiteltrenner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423AB7D-033F-C30E-1F55-1E33789311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18649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423AB7D-033F-C30E-1F55-1E33789311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ildplatzhalter 4">
            <a:extLst>
              <a:ext uri="{FF2B5EF4-FFF2-40B4-BE49-F238E27FC236}">
                <a16:creationId xmlns:a16="http://schemas.microsoft.com/office/drawing/2014/main" id="{AED384E9-F6FE-37BF-10F4-1A3ECE087AF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1" y="0"/>
            <a:ext cx="9144000" cy="514350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pPr marL="0" marR="0" lvl="0" indent="0" algn="l" defTabSz="685783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Klicken Sie auf das Icon, um ein Bild einzufügen und setzen Sie anschließend über den Reiter „Bildformat“ &gt; „Ebene nach hinten“ &gt; „In den Hintergrund“ das Bild nach hinten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4B1FBA5-FA32-9A80-61B2-B87D1AA038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0" y="3496552"/>
            <a:ext cx="8391437" cy="868681"/>
          </a:xfrm>
          <a:solidFill>
            <a:srgbClr val="CC0000">
              <a:alpha val="85000"/>
            </a:srgbClr>
          </a:solidFill>
        </p:spPr>
        <p:txBody>
          <a:bodyPr wrap="none" lIns="360000" tIns="72000" rIns="360000" bIns="72000" anchor="ctr">
            <a:spAutoFit/>
          </a:bodyPr>
          <a:lstStyle>
            <a:lvl1pPr algn="l">
              <a:spcAft>
                <a:spcPts val="0"/>
              </a:spcAft>
              <a:defRPr sz="4700">
                <a:solidFill>
                  <a:schemeClr val="bg1"/>
                </a:solidFill>
                <a:latin typeface="+mj-lt"/>
              </a:defRPr>
            </a:lvl1pPr>
            <a:lvl2pPr marL="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627020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apiteltrenner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423AB7D-033F-C30E-1F55-1E33789311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18649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423AB7D-033F-C30E-1F55-1E33789311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4B1FBA5-FA32-9A80-61B2-B87D1AA038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0" y="2717982"/>
            <a:ext cx="8391437" cy="868681"/>
          </a:xfrm>
          <a:solidFill>
            <a:srgbClr val="CC0000"/>
          </a:solidFill>
        </p:spPr>
        <p:txBody>
          <a:bodyPr wrap="none" lIns="360000" tIns="72000" rIns="360000" bIns="72000" anchor="ctr">
            <a:spAutoFit/>
          </a:bodyPr>
          <a:lstStyle>
            <a:lvl1pPr algn="l">
              <a:spcAft>
                <a:spcPts val="0"/>
              </a:spcAft>
              <a:defRPr sz="4700">
                <a:solidFill>
                  <a:schemeClr val="bg1"/>
                </a:solidFill>
                <a:latin typeface="+mj-lt"/>
              </a:defRPr>
            </a:lvl1pPr>
            <a:lvl2pPr marL="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2" name="Grafik 1" descr="Ein Bild, das Logo enthält.&#10;&#10;Automatisch generierte Beschreibung">
            <a:extLst>
              <a:ext uri="{FF2B5EF4-FFF2-40B4-BE49-F238E27FC236}">
                <a16:creationId xmlns:a16="http://schemas.microsoft.com/office/drawing/2014/main" id="{A1971C71-9F38-A7C1-713A-2F52923CFE0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/>
          </a:blip>
          <a:stretch>
            <a:fillRect/>
          </a:stretch>
        </p:blipFill>
        <p:spPr bwMode="gray">
          <a:xfrm>
            <a:off x="7581433" y="253192"/>
            <a:ext cx="1331197" cy="48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9231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AED384E9-F6FE-37BF-10F4-1A3ECE087AF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1" y="0"/>
            <a:ext cx="9144000" cy="5143500"/>
          </a:xfrm>
          <a:prstGeom prst="rect">
            <a:avLst/>
          </a:prstGeom>
        </p:spPr>
        <p:txBody>
          <a:bodyPr wrap="square" lIns="360000" tIns="288000" rIns="3780000" bIns="0">
            <a:noAutofit/>
          </a:bodyPr>
          <a:lstStyle>
            <a:lvl1pPr>
              <a:defRPr/>
            </a:lvl1pPr>
          </a:lstStyle>
          <a:p>
            <a:pPr marL="0" marR="0" lvl="0" indent="0" algn="l" defTabSz="685783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Klicken Sie auf das Icon, um ein Bild einzufügen und setzen Sie anschließend über den Reiter „Bildformat“ &gt; „Ebene nach hinten“ &gt; „In den Hintergrund“ das Bild nach hinten</a:t>
            </a:r>
          </a:p>
        </p:txBody>
      </p:sp>
      <p:sp>
        <p:nvSpPr>
          <p:cNvPr id="4" name="Textplatzhalter 10">
            <a:extLst>
              <a:ext uri="{FF2B5EF4-FFF2-40B4-BE49-F238E27FC236}">
                <a16:creationId xmlns:a16="http://schemas.microsoft.com/office/drawing/2014/main" id="{A378A111-2EE4-3E01-CFF0-A283033ADD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5387008" y="458788"/>
            <a:ext cx="3398217" cy="4684711"/>
          </a:xfrm>
          <a:solidFill>
            <a:schemeClr val="tx1">
              <a:alpha val="30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de-DE" dirty="0"/>
              <a:t>.</a:t>
            </a:r>
          </a:p>
        </p:txBody>
      </p:sp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423AB7D-033F-C30E-1F55-1E33789311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18649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423AB7D-033F-C30E-1F55-1E33789311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4B1FBA5-FA32-9A80-61B2-B87D1AA038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387008" y="458788"/>
            <a:ext cx="3398217" cy="4684711"/>
          </a:xfrm>
          <a:solidFill>
            <a:srgbClr val="CC0000">
              <a:alpha val="70000"/>
            </a:srgbClr>
          </a:solidFill>
        </p:spPr>
        <p:txBody>
          <a:bodyPr wrap="square" lIns="252000" tIns="360000" rIns="252000" bIns="0" anchor="ctr">
            <a:noAutofit/>
          </a:bodyPr>
          <a:lstStyle>
            <a:lvl1pPr algn="l">
              <a:spcAft>
                <a:spcPts val="0"/>
              </a:spcAft>
              <a:defRPr sz="2400">
                <a:solidFill>
                  <a:schemeClr val="bg1"/>
                </a:solidFill>
                <a:latin typeface="Wuerth Bold" panose="020B0802020204020204" pitchFamily="34" charset="0"/>
              </a:defRPr>
            </a:lvl1pPr>
            <a:lvl2pPr marL="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Zitat einfügen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D53293D-998B-DC46-F8C5-1DE0B863ADF1}"/>
              </a:ext>
            </a:extLst>
          </p:cNvPr>
          <p:cNvSpPr>
            <a:spLocks noGrp="1" noChangeAspect="1"/>
          </p:cNvSpPr>
          <p:nvPr>
            <p:ph type="body" sz="quarter" idx="16" hasCustomPrompt="1"/>
          </p:nvPr>
        </p:nvSpPr>
        <p:spPr bwMode="gray">
          <a:xfrm>
            <a:off x="6745916" y="338138"/>
            <a:ext cx="680400" cy="622800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151" t="-329" r="141" b="620"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de-D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252228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AED384E9-F6FE-37BF-10F4-1A3ECE087AF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1" y="0"/>
            <a:ext cx="9144000" cy="5143500"/>
          </a:xfrm>
          <a:prstGeom prst="rect">
            <a:avLst/>
          </a:prstGeom>
        </p:spPr>
        <p:txBody>
          <a:bodyPr wrap="square" lIns="4140000" tIns="288000" rIns="360000" bIns="0">
            <a:noAutofit/>
          </a:bodyPr>
          <a:lstStyle>
            <a:lvl1pPr>
              <a:defRPr/>
            </a:lvl1pPr>
          </a:lstStyle>
          <a:p>
            <a:pPr marL="0" marR="0" lvl="0" indent="0" algn="l" defTabSz="685783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Klicken Sie auf das Icon, um ein Bild einzufügen und setzen Sie anschließend über den Reiter „Bildformat“ &gt; „Ebene nach hinten“ &gt; „In den Hintergrund“ das Bild nach hinten</a:t>
            </a:r>
          </a:p>
        </p:txBody>
      </p:sp>
      <p:sp>
        <p:nvSpPr>
          <p:cNvPr id="4" name="Textplatzhalter 10">
            <a:extLst>
              <a:ext uri="{FF2B5EF4-FFF2-40B4-BE49-F238E27FC236}">
                <a16:creationId xmlns:a16="http://schemas.microsoft.com/office/drawing/2014/main" id="{ED5B5AB7-1930-3626-7DCC-8572CE4D1D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58774" y="458788"/>
            <a:ext cx="3398217" cy="4684711"/>
          </a:xfrm>
          <a:solidFill>
            <a:schemeClr val="tx1">
              <a:alpha val="30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de-DE" dirty="0"/>
              <a:t>.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4B1FBA5-FA32-9A80-61B2-B87D1AA038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4" y="458788"/>
            <a:ext cx="3398217" cy="4684711"/>
          </a:xfrm>
          <a:solidFill>
            <a:srgbClr val="CC0000">
              <a:alpha val="70000"/>
            </a:srgbClr>
          </a:solidFill>
        </p:spPr>
        <p:txBody>
          <a:bodyPr wrap="square" lIns="252000" tIns="360000" rIns="288000" bIns="0" anchor="ctr">
            <a:noAutofit/>
          </a:bodyPr>
          <a:lstStyle>
            <a:lvl1pPr algn="l">
              <a:spcAft>
                <a:spcPts val="0"/>
              </a:spcAft>
              <a:defRPr sz="2400">
                <a:solidFill>
                  <a:schemeClr val="bg1"/>
                </a:solidFill>
                <a:latin typeface="Wuerth Bold" panose="020B0802020204020204" pitchFamily="34" charset="0"/>
              </a:defRPr>
            </a:lvl1pPr>
            <a:lvl2pPr marL="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Zitat einfügen</a:t>
            </a:r>
          </a:p>
        </p:txBody>
      </p:sp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423AB7D-033F-C30E-1F55-1E33789311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18649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423AB7D-033F-C30E-1F55-1E33789311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platzhalter 9">
            <a:extLst>
              <a:ext uri="{FF2B5EF4-FFF2-40B4-BE49-F238E27FC236}">
                <a16:creationId xmlns:a16="http://schemas.microsoft.com/office/drawing/2014/main" id="{ABBD2B79-87BB-A580-572A-BD824436D5EB}"/>
              </a:ext>
            </a:extLst>
          </p:cNvPr>
          <p:cNvSpPr>
            <a:spLocks noGrp="1" noChangeAspect="1"/>
          </p:cNvSpPr>
          <p:nvPr>
            <p:ph type="body" sz="quarter" idx="16" hasCustomPrompt="1"/>
          </p:nvPr>
        </p:nvSpPr>
        <p:spPr bwMode="gray">
          <a:xfrm>
            <a:off x="1717683" y="338138"/>
            <a:ext cx="680400" cy="622800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151" t="-329" r="141" b="620"/>
            </a:stretch>
          </a:blip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de-D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815006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423AB7D-033F-C30E-1F55-1E33789311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4809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6" imgH="340" progId="TCLayout.ActiveDocument.1">
                  <p:embed/>
                </p:oleObj>
              </mc:Choice>
              <mc:Fallback>
                <p:oleObj name="think-cell Folie" r:id="rId3" imgW="346" imgH="34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423AB7D-033F-C30E-1F55-1E33789311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4B1FBA5-FA32-9A80-61B2-B87D1AA038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85336" y="2124009"/>
            <a:ext cx="8173328" cy="895483"/>
          </a:xfrm>
          <a:solidFill>
            <a:srgbClr val="CC0000"/>
          </a:solidFill>
        </p:spPr>
        <p:txBody>
          <a:bodyPr wrap="none" lIns="252000" tIns="72000" rIns="252000" bIns="72000" anchor="ctr">
            <a:spAutoFit/>
          </a:bodyPr>
          <a:lstStyle>
            <a:lvl1pPr algn="ctr">
              <a:spcAft>
                <a:spcPts val="0"/>
              </a:spcAft>
              <a:defRPr sz="4700">
                <a:solidFill>
                  <a:schemeClr val="bg1"/>
                </a:solidFill>
                <a:latin typeface="+mj-lt"/>
              </a:defRPr>
            </a:lvl1pPr>
            <a:lvl2pPr marL="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994699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 descr="Ein Bild, das Logo enthält.&#10;&#10;Automatisch generierte Beschreibung">
            <a:extLst>
              <a:ext uri="{FF2B5EF4-FFF2-40B4-BE49-F238E27FC236}">
                <a16:creationId xmlns:a16="http://schemas.microsoft.com/office/drawing/2014/main" id="{952A4A3E-0446-EEF9-4A8B-96EB1540B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gray">
          <a:xfrm>
            <a:off x="3232540" y="2084055"/>
            <a:ext cx="2678919" cy="975390"/>
          </a:xfrm>
          <a:prstGeom prst="rect">
            <a:avLst/>
          </a:prstGeom>
        </p:spPr>
      </p:pic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757C5861-A7C7-BDC4-2C99-24198B67D77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9144000" cy="5143500"/>
          </a:xfrm>
          <a:custGeom>
            <a:avLst/>
            <a:gdLst>
              <a:gd name="connsiteX0" fmla="*/ 3232541 w 9144000"/>
              <a:gd name="connsiteY0" fmla="*/ 2084055 h 5143500"/>
              <a:gd name="connsiteX1" fmla="*/ 3232541 w 9144000"/>
              <a:gd name="connsiteY1" fmla="*/ 3059445 h 5143500"/>
              <a:gd name="connsiteX2" fmla="*/ 5911460 w 9144000"/>
              <a:gd name="connsiteY2" fmla="*/ 3059445 h 5143500"/>
              <a:gd name="connsiteX3" fmla="*/ 5911460 w 9144000"/>
              <a:gd name="connsiteY3" fmla="*/ 2084055 h 5143500"/>
              <a:gd name="connsiteX4" fmla="*/ 0 w 9144000"/>
              <a:gd name="connsiteY4" fmla="*/ 0 h 5143500"/>
              <a:gd name="connsiteX5" fmla="*/ 9144000 w 9144000"/>
              <a:gd name="connsiteY5" fmla="*/ 0 h 5143500"/>
              <a:gd name="connsiteX6" fmla="*/ 9144000 w 9144000"/>
              <a:gd name="connsiteY6" fmla="*/ 5143500 h 5143500"/>
              <a:gd name="connsiteX7" fmla="*/ 0 w 9144000"/>
              <a:gd name="connsiteY7" fmla="*/ 514350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144000" h="5143500">
                <a:moveTo>
                  <a:pt x="3232541" y="2084055"/>
                </a:moveTo>
                <a:lnTo>
                  <a:pt x="3232541" y="3059445"/>
                </a:lnTo>
                <a:lnTo>
                  <a:pt x="5911460" y="3059445"/>
                </a:lnTo>
                <a:lnTo>
                  <a:pt x="5911460" y="2084055"/>
                </a:lnTo>
                <a:close/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</p:spPr>
        <p:txBody>
          <a:bodyPr wrap="square" lIns="0" tIns="0" rIns="0" bIns="0">
            <a:noAutofit/>
          </a:bodyPr>
          <a:lstStyle>
            <a:lvl1pPr>
              <a:defRPr/>
            </a:lvl1pPr>
          </a:lstStyle>
          <a:p>
            <a:pPr marL="0" marR="0" lvl="0" indent="0" algn="l" defTabSz="685783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Klicken Sie auf das Icon, um ein Bild einzufügen</a:t>
            </a:r>
          </a:p>
        </p:txBody>
      </p:sp>
    </p:spTree>
    <p:extLst>
      <p:ext uri="{BB962C8B-B14F-4D97-AF65-F5344CB8AC3E}">
        <p14:creationId xmlns:p14="http://schemas.microsoft.com/office/powerpoint/2010/main" val="24376341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lus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Logo enthält.&#10;&#10;Automatisch generierte Beschreibung">
            <a:extLst>
              <a:ext uri="{FF2B5EF4-FFF2-40B4-BE49-F238E27FC236}">
                <a16:creationId xmlns:a16="http://schemas.microsoft.com/office/drawing/2014/main" id="{2AFD3703-B3FC-AA0D-9674-79101F6B5B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gray">
          <a:xfrm>
            <a:off x="3232540" y="2084055"/>
            <a:ext cx="2678919" cy="97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81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00" userDrawn="1">
          <p15:clr>
            <a:srgbClr val="FBAE40"/>
          </p15:clr>
        </p15:guide>
        <p15:guide id="3" pos="296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696115E7-D9DD-5EFC-68E0-1FA1769B2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9BDDDB6A-8AAA-C149-47D0-B13A24654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200F77C-DABB-7867-A196-908BA5D76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581638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2.pn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57BFFDB4-72FA-7037-10A2-CA365557B9B4}"/>
              </a:ext>
            </a:extLst>
          </p:cNvPr>
          <p:cNvGraphicFramePr>
            <a:graphicFrameLocks noChangeAspect="1"/>
          </p:cNvGraphicFramePr>
          <p:nvPr>
            <p:custDataLst>
              <p:tags r:id="rId36"/>
            </p:custDataLst>
            <p:extLst>
              <p:ext uri="{D42A27DB-BD31-4B8C-83A1-F6EECF244321}">
                <p14:modId xmlns:p14="http://schemas.microsoft.com/office/powerpoint/2010/main" val="22975719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7" imgW="346" imgH="340" progId="TCLayout.ActiveDocument.1">
                  <p:embed/>
                </p:oleObj>
              </mc:Choice>
              <mc:Fallback>
                <p:oleObj name="think-cell Folie" r:id="rId37" imgW="346" imgH="34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7BFFDB4-72FA-7037-10A2-CA365557B9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Grafik 6" descr="Ein Bild, das Logo enthält.&#10;&#10;Automatisch generierte Beschreibung">
            <a:extLst>
              <a:ext uri="{FF2B5EF4-FFF2-40B4-BE49-F238E27FC236}">
                <a16:creationId xmlns:a16="http://schemas.microsoft.com/office/drawing/2014/main" id="{F0847D62-A7EB-B4FC-8806-3207AB298524}"/>
              </a:ext>
            </a:extLst>
          </p:cNvPr>
          <p:cNvPicPr>
            <a:picLocks noChangeAspect="1"/>
          </p:cNvPicPr>
          <p:nvPr userDrawn="1"/>
        </p:nvPicPr>
        <p:blipFill>
          <a:blip r:embed="rId39">
            <a:alphaModFix/>
          </a:blip>
          <a:stretch>
            <a:fillRect/>
          </a:stretch>
        </p:blipFill>
        <p:spPr bwMode="gray">
          <a:xfrm>
            <a:off x="7581433" y="253192"/>
            <a:ext cx="1331197" cy="488587"/>
          </a:xfrm>
          <a:prstGeom prst="rect">
            <a:avLst/>
          </a:prstGeom>
        </p:spPr>
      </p:pic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D6F37AD-A388-ED69-053E-88262F83F1A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58775" y="338672"/>
            <a:ext cx="7100425" cy="29084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EF8570-09D7-A87C-3F17-FD1D53B1676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58775" y="1228182"/>
            <a:ext cx="8426449" cy="349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BADFE5-9EF4-243C-D6AF-187767E4E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358775" y="4920303"/>
            <a:ext cx="204257" cy="10772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3CBD43C5-A65B-4791-8A9A-EB6408C246D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FBAADEE-AF24-CB14-FE0D-DB24AF948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8275" y="4920303"/>
            <a:ext cx="4828311" cy="10772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 cap="all" baseline="0">
                <a:solidFill>
                  <a:schemeClr val="tx1"/>
                </a:solidFill>
              </a:defRPr>
            </a:lvl1pPr>
            <a:lvl2pPr>
              <a:defRPr sz="700" cap="all" baseline="0"/>
            </a:lvl2pPr>
            <a:lvl3pPr>
              <a:defRPr sz="700" cap="all" baseline="0"/>
            </a:lvl3pPr>
            <a:lvl4pPr marL="0">
              <a:defRPr sz="700" cap="all" baseline="0"/>
            </a:lvl4pPr>
            <a:lvl5pPr marL="0">
              <a:defRPr sz="700" cap="all" baseline="0"/>
            </a:lvl5pPr>
            <a:lvl6pPr marL="0">
              <a:defRPr sz="700" cap="all" baseline="0"/>
            </a:lvl6pPr>
            <a:lvl7pPr marL="0">
              <a:defRPr sz="700" cap="all" baseline="0"/>
            </a:lvl7pPr>
            <a:lvl8pPr marL="0">
              <a:defRPr sz="700" cap="all" baseline="0"/>
            </a:lvl8pPr>
            <a:lvl9pPr marL="0">
              <a:defRPr sz="700" cap="all" baseline="0"/>
            </a:lvl9pPr>
          </a:lstStyle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882E47-52BC-4F68-561B-15653AB5181F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8200839" y="4920303"/>
            <a:ext cx="584385" cy="10772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lang="de-DE" sz="700" cap="all" baseline="0" smtClean="0"/>
            </a:lvl1pPr>
          </a:lstStyle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5" name="Textplatzhalter 19">
            <a:extLst>
              <a:ext uri="{FF2B5EF4-FFF2-40B4-BE49-F238E27FC236}">
                <a16:creationId xmlns:a16="http://schemas.microsoft.com/office/drawing/2014/main" id="{A5458361-860D-10A6-C9E1-0FECDEE13589}"/>
              </a:ext>
            </a:extLst>
          </p:cNvPr>
          <p:cNvSpPr txBox="1">
            <a:spLocks/>
          </p:cNvSpPr>
          <p:nvPr userDrawn="1"/>
        </p:nvSpPr>
        <p:spPr>
          <a:xfrm>
            <a:off x="7852672" y="4920189"/>
            <a:ext cx="301365" cy="107722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Tx/>
              <a:buNone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Wuerth Book" panose="020B0502020204020303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4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Wuerth Book" panose="020B0502020204020303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56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8B8B8D"/>
              </a:buClr>
              <a:buFont typeface="Wuerth Book" panose="020B0502020204020303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lang="de-DE" sz="1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Aft>
                <a:spcPts val="0"/>
              </a:spcAft>
            </a:pPr>
            <a:r>
              <a:rPr lang="de-DE" sz="700" dirty="0"/>
              <a:t>© Würth</a:t>
            </a:r>
          </a:p>
        </p:txBody>
      </p:sp>
    </p:spTree>
    <p:extLst>
      <p:ext uri="{BB962C8B-B14F-4D97-AF65-F5344CB8AC3E}">
        <p14:creationId xmlns:p14="http://schemas.microsoft.com/office/powerpoint/2010/main" val="3471948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1" r:id="rId2"/>
    <p:sldLayoutId id="2147483702" r:id="rId3"/>
    <p:sldLayoutId id="2147483710" r:id="rId4"/>
    <p:sldLayoutId id="2147483691" r:id="rId5"/>
    <p:sldLayoutId id="2147483685" r:id="rId6"/>
    <p:sldLayoutId id="2147483686" r:id="rId7"/>
    <p:sldLayoutId id="2147483713" r:id="rId8"/>
    <p:sldLayoutId id="2147483729" r:id="rId9"/>
    <p:sldLayoutId id="2147483732" r:id="rId10"/>
    <p:sldLayoutId id="2147483731" r:id="rId11"/>
    <p:sldLayoutId id="2147483723" r:id="rId12"/>
    <p:sldLayoutId id="2147483687" r:id="rId13"/>
    <p:sldLayoutId id="2147483707" r:id="rId14"/>
    <p:sldLayoutId id="2147483708" r:id="rId15"/>
    <p:sldLayoutId id="2147483709" r:id="rId16"/>
    <p:sldLayoutId id="2147483724" r:id="rId17"/>
    <p:sldLayoutId id="2147483725" r:id="rId18"/>
    <p:sldLayoutId id="2147483726" r:id="rId19"/>
    <p:sldLayoutId id="2147483727" r:id="rId20"/>
    <p:sldLayoutId id="2147483728" r:id="rId21"/>
    <p:sldLayoutId id="2147483688" r:id="rId22"/>
    <p:sldLayoutId id="2147483689" r:id="rId23"/>
    <p:sldLayoutId id="2147483722" r:id="rId24"/>
    <p:sldLayoutId id="2147483696" r:id="rId25"/>
    <p:sldLayoutId id="2147483690" r:id="rId26"/>
    <p:sldLayoutId id="2147483684" r:id="rId27"/>
    <p:sldLayoutId id="2147483705" r:id="rId28"/>
    <p:sldLayoutId id="2147483717" r:id="rId29"/>
    <p:sldLayoutId id="2147483718" r:id="rId30"/>
    <p:sldLayoutId id="2147483704" r:id="rId31"/>
    <p:sldLayoutId id="2147483667" r:id="rId32"/>
    <p:sldLayoutId id="2147483692" r:id="rId33"/>
    <p:sldLayoutId id="2147483682" r:id="rId34"/>
  </p:sldLayoutIdLst>
  <p:hf hdr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2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Tx/>
        <a:buNone/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CC0000"/>
        </a:buClr>
        <a:buFont typeface="Wuerth Book" panose="020B0502020204020303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504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Wuerth Book" panose="020B0502020204020303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756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8B8B8D"/>
        </a:buClr>
        <a:buFont typeface="Wuerth Book" panose="020B0502020204020303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lang="de-DE" sz="1900" kern="1200" dirty="0">
          <a:solidFill>
            <a:schemeClr val="tx1"/>
          </a:solidFill>
          <a:latin typeface="+mn-lt"/>
          <a:ea typeface="+mn-ea"/>
          <a:cs typeface="+mn-cs"/>
        </a:defRPr>
      </a:lvl7pPr>
      <a:lvl8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72" userDrawn="1">
          <p15:clr>
            <a:srgbClr val="F26B43"/>
          </p15:clr>
        </p15:guide>
        <p15:guide id="2" pos="226" userDrawn="1">
          <p15:clr>
            <a:srgbClr val="F26B43"/>
          </p15:clr>
        </p15:guide>
        <p15:guide id="3" orient="horz" pos="2976" userDrawn="1">
          <p15:clr>
            <a:srgbClr val="F26B43"/>
          </p15:clr>
        </p15:guide>
        <p15:guide id="4" pos="5534" userDrawn="1">
          <p15:clr>
            <a:srgbClr val="F26B43"/>
          </p15:clr>
        </p15:guide>
        <p15:guide id="6" orient="horz" pos="21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1">
            <a:extLst>
              <a:ext uri="{FF2B5EF4-FFF2-40B4-BE49-F238E27FC236}">
                <a16:creationId xmlns:a16="http://schemas.microsoft.com/office/drawing/2014/main" id="{8D199361-B414-91AD-BBFE-D847010550D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17C732-7224-FE9E-3C67-E31F4FFAF84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5C1BAE4-253C-47AF-C982-1F7AB61974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7755DA9C-6BA2-CFA2-04F7-FE10725F0B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ADCEFCE2-7960-33E7-A868-1E97FAECDF9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874BC1EE-C5A3-740A-25DC-9952D3ACA1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021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3CE41551-BD03-1438-BCB3-AA345D61BC1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02E6F81F-D9D2-9509-7F5B-3899D0DC04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90DA8246-7227-9AAF-41DD-CD0A16691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25061787-2513-AAB6-D2C7-6E6F7FAEB64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00839" y="4920303"/>
            <a:ext cx="584385" cy="107722"/>
          </a:xfrm>
        </p:spPr>
        <p:txBody>
          <a:bodyPr/>
          <a:lstStyle/>
          <a:p>
            <a:pPr indent="-468000"/>
            <a:fld id="{B9EDBA04-688A-4A83-B0C0-960B9F3A4371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519F21E7-51D0-8136-9AAD-5924E554A00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8275" y="4920303"/>
            <a:ext cx="4828311" cy="107722"/>
          </a:xfrm>
        </p:spPr>
        <p:txBody>
          <a:bodyPr/>
          <a:lstStyle/>
          <a:p>
            <a:pPr indent="-468000"/>
            <a:r>
              <a:rPr lang="de-DE" dirty="0"/>
              <a:t>Präsentationstitel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AAA3A85F-E162-E794-A8EE-088BC26FFAE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8775" y="4920303"/>
            <a:ext cx="204257" cy="107722"/>
          </a:xfrm>
        </p:spPr>
        <p:txBody>
          <a:bodyPr/>
          <a:lstStyle/>
          <a:p>
            <a:fld id="{3CBD43C5-A65B-4791-8A9A-EB6408C246D1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3765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8F79BD6-30E5-37DB-D735-211F50DD79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0975305-A14D-CC39-F736-F5AA89A218D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D47E3BEB-0E01-8F36-ECD7-046EC1BEA3E3}"/>
              </a:ext>
            </a:extLst>
          </p:cNvPr>
          <p:cNvSpPr>
            <a:spLocks noGrp="1"/>
          </p:cNvSpPr>
          <p:nvPr>
            <p:ph sz="quarter" idx="3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FE696D94-93DC-CDED-A019-78D794FE7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A248DF4-4A6F-7A54-D000-D7AE90746352}"/>
              </a:ext>
            </a:extLst>
          </p:cNvPr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03.06.2026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83FF9BB-6ADD-3B55-AEF7-81A1F4E095A0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 indent="-468000"/>
            <a:r>
              <a:rPr lang="de-DE"/>
              <a:t>Würth Line Folienmaster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23B2725-093C-546D-916D-E577F9710E1C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90718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110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  <p:tag name="CNTSLIDES" val="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Wuerth Line">
  <a:themeElements>
    <a:clrScheme name="Benutzerdefiniert 17">
      <a:dk1>
        <a:sysClr val="windowText" lastClr="000000"/>
      </a:dk1>
      <a:lt1>
        <a:sysClr val="window" lastClr="FFFFFF"/>
      </a:lt1>
      <a:dk2>
        <a:srgbClr val="4B4B4B"/>
      </a:dk2>
      <a:lt2>
        <a:srgbClr val="CC0000"/>
      </a:lt2>
      <a:accent1>
        <a:srgbClr val="CC0000"/>
      </a:accent1>
      <a:accent2>
        <a:srgbClr val="4B4B4B"/>
      </a:accent2>
      <a:accent3>
        <a:srgbClr val="8B8B8D"/>
      </a:accent3>
      <a:accent4>
        <a:srgbClr val="C4C4C4"/>
      </a:accent4>
      <a:accent5>
        <a:srgbClr val="000000"/>
      </a:accent5>
      <a:accent6>
        <a:srgbClr val="0093DD"/>
      </a:accent6>
      <a:hlink>
        <a:srgbClr val="CC0000"/>
      </a:hlink>
      <a:folHlink>
        <a:srgbClr val="0093DD"/>
      </a:folHlink>
    </a:clrScheme>
    <a:fontScheme name="Würth Line">
      <a:majorFont>
        <a:latin typeface="Wuerth Extra Bold Cond Caps"/>
        <a:ea typeface=""/>
        <a:cs typeface=""/>
      </a:majorFont>
      <a:minorFont>
        <a:latin typeface="Wuerth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 w="6350">
          <a:noFill/>
        </a:ln>
      </a:spPr>
      <a:bodyPr lIns="108000" tIns="108000" rIns="108000" bIns="108000" rtlCol="0" anchor="ctr"/>
      <a:lstStyle>
        <a:defPPr algn="ctr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5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>
          <a:noFill/>
          <a:miter lim="800000"/>
        </a:ln>
      </a:spPr>
      <a:bodyPr wrap="square" lIns="0" tIns="0" rIns="0" bIns="0" rtlCol="0">
        <a:spAutoFit/>
      </a:bodyPr>
      <a:lstStyle>
        <a:defPPr indent="-234000" algn="l">
          <a:defRPr dirty="0" err="1" smtClean="0"/>
        </a:defPPr>
      </a:lstStyle>
    </a:txDef>
  </a:objectDefaults>
  <a:extraClrSchemeLst/>
  <a:custClrLst>
    <a:custClr name="Würth Red">
      <a:srgbClr val="CC0000"/>
    </a:custClr>
    <a:custClr name="Black">
      <a:srgbClr val="000000"/>
    </a:custClr>
    <a:custClr name="Würth Red">
      <a:srgbClr val="CC0000"/>
    </a:custClr>
    <a:custClr name="Darkest Grey">
      <a:srgbClr val="4B4B4B"/>
    </a:custClr>
    <a:custClr name="Würth Red">
      <a:srgbClr val="CC0000"/>
    </a:custClr>
    <a:custClr name="Darkest Grey">
      <a:srgbClr val="4B4B4B"/>
    </a:custClr>
    <a:custClr name="Grey Medium">
      <a:srgbClr val="8B8B8D"/>
    </a:custClr>
    <a:custClr name="Lightest Grey">
      <a:srgbClr val="C4C4C4"/>
    </a:custClr>
    <a:custClr name="Black">
      <a:srgbClr val="000000"/>
    </a:custClr>
    <a:custClr name="Würth Cyan">
      <a:srgbClr val="0093D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Grey Light">
      <a:srgbClr val="A8A8AA"/>
    </a:custClr>
    <a:custClr name="Grey Dark">
      <a:srgbClr val="6C6D6F"/>
    </a:custClr>
    <a:custClr name="Dark Red">
      <a:srgbClr val="90112C"/>
    </a:custClr>
    <a:custClr name="Yellow">
      <a:srgbClr val="FDC300"/>
    </a:custClr>
    <a:custClr name="Green">
      <a:srgbClr val="008448"/>
    </a:custClr>
    <a:custClr name="Blue">
      <a:srgbClr val="004774"/>
    </a:custClr>
  </a:custClrLst>
  <a:extLst>
    <a:ext uri="{05A4C25C-085E-4340-85A3-A5531E510DB2}">
      <thm15:themeFamily xmlns:thm15="http://schemas.microsoft.com/office/thememl/2012/main" name="Presentation1" id="{A437539D-27A5-424D-BC32-47C8ED6EAFE7}" vid="{1F7391DC-E51E-4ECE-AAE4-7A1D5CE6DE23}"/>
    </a:ext>
  </a:extLst>
</a:theme>
</file>

<file path=ppt/theme/theme2.xml><?xml version="1.0" encoding="utf-8"?>
<a:theme xmlns:a="http://schemas.openxmlformats.org/drawingml/2006/main" name="Office">
  <a:themeElements>
    <a:clrScheme name="Würth Line">
      <a:dk1>
        <a:sysClr val="windowText" lastClr="000000"/>
      </a:dk1>
      <a:lt1>
        <a:sysClr val="window" lastClr="FFFFFF"/>
      </a:lt1>
      <a:dk2>
        <a:srgbClr val="4B4B4B"/>
      </a:dk2>
      <a:lt2>
        <a:srgbClr val="CC0000"/>
      </a:lt2>
      <a:accent1>
        <a:srgbClr val="CC0000"/>
      </a:accent1>
      <a:accent2>
        <a:srgbClr val="4B4B4B"/>
      </a:accent2>
      <a:accent3>
        <a:srgbClr val="8B8B8D"/>
      </a:accent3>
      <a:accent4>
        <a:srgbClr val="C4C4C4"/>
      </a:accent4>
      <a:accent5>
        <a:srgbClr val="000000"/>
      </a:accent5>
      <a:accent6>
        <a:srgbClr val="0093DD"/>
      </a:accent6>
      <a:hlink>
        <a:srgbClr val="CC0000"/>
      </a:hlink>
      <a:folHlink>
        <a:srgbClr val="0093DD"/>
      </a:folHlink>
    </a:clrScheme>
    <a:fontScheme name="Würth Line">
      <a:majorFont>
        <a:latin typeface="Wuerth Extra Bold Cond Caps"/>
        <a:ea typeface=""/>
        <a:cs typeface=""/>
      </a:majorFont>
      <a:minorFont>
        <a:latin typeface="Wuerth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Würth Line">
      <a:dk1>
        <a:sysClr val="windowText" lastClr="000000"/>
      </a:dk1>
      <a:lt1>
        <a:sysClr val="window" lastClr="FFFFFF"/>
      </a:lt1>
      <a:dk2>
        <a:srgbClr val="4B4B4B"/>
      </a:dk2>
      <a:lt2>
        <a:srgbClr val="CC0000"/>
      </a:lt2>
      <a:accent1>
        <a:srgbClr val="CC0000"/>
      </a:accent1>
      <a:accent2>
        <a:srgbClr val="4B4B4B"/>
      </a:accent2>
      <a:accent3>
        <a:srgbClr val="8B8B8D"/>
      </a:accent3>
      <a:accent4>
        <a:srgbClr val="C4C4C4"/>
      </a:accent4>
      <a:accent5>
        <a:srgbClr val="000000"/>
      </a:accent5>
      <a:accent6>
        <a:srgbClr val="0093DD"/>
      </a:accent6>
      <a:hlink>
        <a:srgbClr val="CC0000"/>
      </a:hlink>
      <a:folHlink>
        <a:srgbClr val="0093DD"/>
      </a:folHlink>
    </a:clrScheme>
    <a:fontScheme name="Würth Line">
      <a:majorFont>
        <a:latin typeface="Wuerth Extra Bold Cond Caps"/>
        <a:ea typeface=""/>
        <a:cs typeface=""/>
      </a:majorFont>
      <a:minorFont>
        <a:latin typeface="Wuerth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8</Words>
  <Application>Microsoft Office PowerPoint</Application>
  <PresentationFormat>Bildschirmpräsentation (16:9)</PresentationFormat>
  <Paragraphs>6</Paragraphs>
  <Slides>3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Wuerth Book</vt:lpstr>
      <vt:lpstr>Wuerth Extra Bold Cond Caps</vt:lpstr>
      <vt:lpstr>Wuerth Bold</vt:lpstr>
      <vt:lpstr>Wuerth Line</vt:lpstr>
      <vt:lpstr>think-cell Folie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Schork, Hendrik</dc:creator>
  <cp:lastModifiedBy>Schork, Hendrik</cp:lastModifiedBy>
  <cp:revision>1</cp:revision>
  <dcterms:created xsi:type="dcterms:W3CDTF">2026-06-03T07:46:02Z</dcterms:created>
  <dcterms:modified xsi:type="dcterms:W3CDTF">2026-06-03T07:47:42Z</dcterms:modified>
</cp:coreProperties>
</file>